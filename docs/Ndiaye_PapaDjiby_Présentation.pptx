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595" autoAdjust="0"/>
  </p:normalViewPr>
  <p:slideViewPr>
    <p:cSldViewPr snapToGrid="0" snapToObjects="1">
      <p:cViewPr varScale="1">
        <p:scale>
          <a:sx n="80" d="100"/>
          <a:sy n="80"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187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à tous. Je vous présente aujourd'hui </a:t>
            </a:r>
            <a:r>
              <a:rPr lang="fr-FR" dirty="0" err="1"/>
              <a:t>AfriTalent</a:t>
            </a:r>
            <a:r>
              <a:rPr lang="fr-FR" dirty="0"/>
              <a:t>, mon projet de fin de semestre. C'est une plateforme web pensée et développée pour connecter les talents de la tech africaine avec les entreprises du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que je vais suivre. Nous allons d'abord voir le contexte et les objectifs, puis nous analyserons les choix de design et l'architecture technique, avant de passer à une démonstration en direct et de </a:t>
            </a:r>
            <a:r>
              <a:rPr lang="en-US" dirty="0" err="1"/>
              <a:t>conclure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marché du travail indépendant dans le numérique est en plein essor en Afrique. Cependant, de nombreux talents peinent à trouver des missions par manque de visibilité. AfriTalent est né pour combler ce vide.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but était de concevoir un site complet, moderne et attractif. Il cible directement deux acteurs majeurs : d'un côté les professionnels indépendants de la tech, et de l'autre, les recruteurs et entreprises africaines.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l'identité visuelle, j'ai misé sur une déclinaison de bleus, en accord avec la charte Bootstrap. Le bleu est universellement reconnu dans la tech pour inspirer le sérieux et la confiance.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typographie, j'ai choisi le combo Syne pour donner du caractère aux titres, et Inter pour un confort de lecture optimal. Le design général applique la tendance Bento Grid.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cette capture de la page d'accueil, on aperçoit notre section Hero avec les chiffres clés : plus de 2500 freelances et 800 entreprises partenaires. Les catégories de services sont immédiatement visibles.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pages clés. La page des freelances liste nos experts avec leurs tarifs en FCFA. La page Tarifs utilise des composants d'accordéons Bootstrap rétractables pour répondre aux questions fréquentes.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À propos présente l'équipe derrière le projet, tandis que la page Contact offre un formulaire entièrement sécurisé en JavaScript, accompagné d'une carte géographique pour situer nos bureaux basés à Dakar.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dynamiser l'expérience utilisateur, j'ai développé plusieurs scripts en JavaScript natif. Le dark mode reste activé même si l'on rafraîchit la page grâce au localStorage.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exploité le framework Bootstrap 5 principalement pour garantir un affichage adaptatif parfait. L'utilisation combinée des Cards pour les profils et des utilitaires Flexbox m'a permis d'avoir un alignement impeccable.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complément de Bootstrap, j'ai écrit du CSS avancé. Grâce aux variables personnalisées dans :root, changer une couleur sur tout le site prend une seconde. J'ai aussi codé des animations de transition fluides.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a été entièrement suivi avec Git. J'ai structuré mon travail en 10 commits significatifs retraçant l'évolution de l'application. Le site est aujourd'hui en ligne sur GitHub Pages.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principale difficulté technique a été de faire cohabiter mon script de Dark Mode avec les classes natives de Bootstrap. J'ai résolu cela en injectant dynamiquement des règles CSS spécifiques lors du clic.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AfriTalent remplit tous les critères demandés. Pour la suite, j'aimerais y ajouter un back-end et un système de paiement local pour le rendre totalement fonctionnel. Merci pour votre écoute.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D"/>
        </a:solidFill>
        <a:effectLst/>
      </p:bgPr>
    </p:bg>
    <p:spTree>
      <p:nvGrpSpPr>
        <p:cNvPr id="1" name=""/>
        <p:cNvGrpSpPr/>
        <p:nvPr/>
      </p:nvGrpSpPr>
      <p:grpSpPr>
        <a:xfrm>
          <a:off x="0" y="0"/>
          <a:ext cx="0" cy="0"/>
          <a:chOff x="0" y="0"/>
          <a:chExt cx="0" cy="0"/>
        </a:xfrm>
      </p:grpSpPr>
      <p:sp>
        <p:nvSpPr>
          <p:cNvPr id="2" name="Shape 0"/>
          <p:cNvSpPr/>
          <p:nvPr/>
        </p:nvSpPr>
        <p:spPr>
          <a:xfrm>
            <a:off x="7132320" y="-914400"/>
            <a:ext cx="3200400" cy="3200400"/>
          </a:xfrm>
          <a:prstGeom prst="ellipse">
            <a:avLst/>
          </a:prstGeom>
          <a:solidFill>
            <a:srgbClr val="0D6EFD">
              <a:alpha val="25000"/>
            </a:srgbClr>
          </a:solidFill>
          <a:ln w="12700">
            <a:solidFill>
              <a:srgbClr val="0D6EFD">
                <a:alpha val="25000"/>
              </a:srgbClr>
            </a:solidFill>
            <a:prstDash val="solid"/>
          </a:ln>
        </p:spPr>
        <p:txBody>
          <a:bodyPr/>
          <a:lstStyle/>
          <a:p>
            <a:endParaRPr lang="fr-FR"/>
          </a:p>
        </p:txBody>
      </p:sp>
      <p:sp>
        <p:nvSpPr>
          <p:cNvPr id="3" name="Shape 1"/>
          <p:cNvSpPr/>
          <p:nvPr/>
        </p:nvSpPr>
        <p:spPr>
          <a:xfrm>
            <a:off x="7772400" y="-365760"/>
            <a:ext cx="2011680" cy="2011680"/>
          </a:xfrm>
          <a:prstGeom prst="ellipse">
            <a:avLst/>
          </a:prstGeom>
          <a:solidFill>
            <a:srgbClr val="60A5FA">
              <a:alpha val="20000"/>
            </a:srgbClr>
          </a:solidFill>
          <a:ln w="12700">
            <a:solidFill>
              <a:srgbClr val="60A5FA">
                <a:alpha val="20000"/>
              </a:srgbClr>
            </a:solidFill>
            <a:prstDash val="solid"/>
          </a:ln>
        </p:spPr>
        <p:txBody>
          <a:bodyPr/>
          <a:lstStyle/>
          <a:p>
            <a:endParaRPr lang="fr-FR"/>
          </a:p>
        </p:txBody>
      </p:sp>
      <p:sp>
        <p:nvSpPr>
          <p:cNvPr id="4" name="Shape 2"/>
          <p:cNvSpPr/>
          <p:nvPr/>
        </p:nvSpPr>
        <p:spPr>
          <a:xfrm>
            <a:off x="-731520" y="3474720"/>
            <a:ext cx="2286000" cy="2286000"/>
          </a:xfrm>
          <a:prstGeom prst="ellipse">
            <a:avLst/>
          </a:prstGeom>
          <a:solidFill>
            <a:srgbClr val="E25C38">
              <a:alpha val="20000"/>
            </a:srgbClr>
          </a:solidFill>
          <a:ln w="12700">
            <a:solidFill>
              <a:srgbClr val="E25C38">
                <a:alpha val="20000"/>
              </a:srgbClr>
            </a:solidFill>
            <a:prstDash val="solid"/>
          </a:ln>
        </p:spPr>
        <p:txBody>
          <a:bodyPr/>
          <a:lstStyle/>
          <a:p>
            <a:endParaRPr lang="fr-FR"/>
          </a:p>
        </p:txBody>
      </p:sp>
      <p:sp>
        <p:nvSpPr>
          <p:cNvPr id="5" name="Text 3"/>
          <p:cNvSpPr/>
          <p:nvPr/>
        </p:nvSpPr>
        <p:spPr>
          <a:xfrm>
            <a:off x="731520" y="1463040"/>
            <a:ext cx="7680960" cy="1188720"/>
          </a:xfrm>
          <a:prstGeom prst="rect">
            <a:avLst/>
          </a:prstGeom>
          <a:noFill/>
          <a:ln/>
        </p:spPr>
        <p:txBody>
          <a:bodyPr wrap="square" rtlCol="0" anchor="ctr"/>
          <a:lstStyle/>
          <a:p>
            <a:pPr marL="0" indent="0" algn="ctr">
              <a:buNone/>
            </a:pPr>
            <a:r>
              <a:rPr lang="en-US" sz="5400" b="1" dirty="0" err="1">
                <a:solidFill>
                  <a:srgbClr val="FFFFFF"/>
                </a:solidFill>
                <a:latin typeface="Calibri" pitchFamily="34" charset="0"/>
                <a:ea typeface="Calibri" pitchFamily="34" charset="-122"/>
                <a:cs typeface="Calibri" pitchFamily="34" charset="-120"/>
              </a:rPr>
              <a:t>AfriTalent</a:t>
            </a:r>
            <a:r>
              <a:rPr lang="en-US" sz="5400" b="1" dirty="0">
                <a:solidFill>
                  <a:srgbClr val="FFFFFF"/>
                </a:solidFill>
                <a:latin typeface="Calibri" pitchFamily="34" charset="0"/>
                <a:ea typeface="Calibri" pitchFamily="34" charset="-122"/>
                <a:cs typeface="Calibri" pitchFamily="34" charset="-120"/>
              </a:rPr>
              <a:t> 🌍</a:t>
            </a:r>
            <a:endParaRPr lang="en-US" sz="5400" dirty="0"/>
          </a:p>
        </p:txBody>
      </p:sp>
      <p:sp>
        <p:nvSpPr>
          <p:cNvPr id="6" name="Text 4"/>
          <p:cNvSpPr/>
          <p:nvPr/>
        </p:nvSpPr>
        <p:spPr>
          <a:xfrm>
            <a:off x="731520" y="2743200"/>
            <a:ext cx="7680960" cy="640080"/>
          </a:xfrm>
          <a:prstGeom prst="rect">
            <a:avLst/>
          </a:prstGeom>
          <a:noFill/>
          <a:ln/>
        </p:spPr>
        <p:txBody>
          <a:bodyPr wrap="square" rtlCol="0" anchor="ctr"/>
          <a:lstStyle/>
          <a:p>
            <a:pPr marL="0" indent="0" algn="ctr">
              <a:buNone/>
            </a:pPr>
            <a:r>
              <a:rPr lang="en-US" sz="1800" dirty="0">
                <a:solidFill>
                  <a:srgbClr val="CBD5E1"/>
                </a:solidFill>
                <a:latin typeface="Calibri" pitchFamily="34" charset="0"/>
                <a:ea typeface="Calibri" pitchFamily="34" charset="-122"/>
                <a:cs typeface="Calibri" pitchFamily="34" charset="-120"/>
              </a:rPr>
              <a:t>Plateforme de mise en relation entre freelances tech et entreprises africaines</a:t>
            </a:r>
            <a:endParaRPr lang="en-US" sz="1800" dirty="0"/>
          </a:p>
        </p:txBody>
      </p:sp>
      <p:sp>
        <p:nvSpPr>
          <p:cNvPr id="7" name="Text 5"/>
          <p:cNvSpPr/>
          <p:nvPr/>
        </p:nvSpPr>
        <p:spPr>
          <a:xfrm>
            <a:off x="731520" y="3429000"/>
            <a:ext cx="7680960" cy="411480"/>
          </a:xfrm>
          <a:prstGeom prst="rect">
            <a:avLst/>
          </a:prstGeom>
          <a:noFill/>
          <a:ln/>
        </p:spPr>
        <p:txBody>
          <a:bodyPr wrap="square" rtlCol="0" anchor="ctr"/>
          <a:lstStyle/>
          <a:p>
            <a:pPr marL="0" indent="0" algn="ctr">
              <a:buNone/>
            </a:pPr>
            <a:r>
              <a:rPr lang="en-US" sz="1300" i="1" dirty="0">
                <a:solidFill>
                  <a:srgbClr val="60A5FA"/>
                </a:solidFill>
                <a:latin typeface="Calibri" pitchFamily="34" charset="0"/>
                <a:ea typeface="Calibri" pitchFamily="34" charset="-122"/>
                <a:cs typeface="Calibri" pitchFamily="34" charset="-120"/>
              </a:rPr>
              <a:t>Papa Djiby Ndiaye  |  L1 IAGE  |  ISI Dakar  |  2026</a:t>
            </a:r>
            <a:endParaRPr lang="en-US" sz="1300" dirty="0"/>
          </a:p>
        </p:txBody>
      </p:sp>
      <p:sp>
        <p:nvSpPr>
          <p:cNvPr id="8" name="Shape 6"/>
          <p:cNvSpPr/>
          <p:nvPr/>
        </p:nvSpPr>
        <p:spPr>
          <a:xfrm>
            <a:off x="3474720" y="4206240"/>
            <a:ext cx="2194560" cy="502920"/>
          </a:xfrm>
          <a:prstGeom prst="roundRect">
            <a:avLst>
              <a:gd name="adj" fmla="val 14545"/>
            </a:avLst>
          </a:prstGeom>
          <a:solidFill>
            <a:srgbClr val="0D6EFD"/>
          </a:solidFill>
          <a:ln w="12700">
            <a:solidFill>
              <a:srgbClr val="0D6EFD"/>
            </a:solidFill>
            <a:prstDash val="solid"/>
          </a:ln>
        </p:spPr>
        <p:txBody>
          <a:bodyPr/>
          <a:lstStyle/>
          <a:p>
            <a:endParaRPr lang="fr-FR"/>
          </a:p>
        </p:txBody>
      </p:sp>
      <p:sp>
        <p:nvSpPr>
          <p:cNvPr id="9" name="Text 7"/>
          <p:cNvSpPr/>
          <p:nvPr/>
        </p:nvSpPr>
        <p:spPr>
          <a:xfrm>
            <a:off x="3474720" y="4206240"/>
            <a:ext cx="219456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Projet Académique 2026</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arn(inVertical)">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137160" y="1645920"/>
            <a:ext cx="2651760" cy="10972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Sommaire</a:t>
            </a:r>
            <a:endParaRPr lang="en-US" sz="2800" dirty="0"/>
          </a:p>
        </p:txBody>
      </p:sp>
      <p:sp>
        <p:nvSpPr>
          <p:cNvPr id="4" name="Shape 2"/>
          <p:cNvSpPr/>
          <p:nvPr/>
        </p:nvSpPr>
        <p:spPr>
          <a:xfrm>
            <a:off x="457200" y="274320"/>
            <a:ext cx="731520" cy="731520"/>
          </a:xfrm>
          <a:prstGeom prst="ellipse">
            <a:avLst/>
          </a:prstGeom>
          <a:solidFill>
            <a:srgbClr val="E25C38"/>
          </a:solidFill>
          <a:ln w="12700">
            <a:solidFill>
              <a:srgbClr val="E25C38"/>
            </a:solidFill>
            <a:prstDash val="solid"/>
          </a:ln>
        </p:spPr>
        <p:txBody>
          <a:bodyPr/>
          <a:lstStyle/>
          <a:p>
            <a:endParaRPr lang="fr-FR"/>
          </a:p>
        </p:txBody>
      </p:sp>
      <p:sp>
        <p:nvSpPr>
          <p:cNvPr id="5" name="Text 3"/>
          <p:cNvSpPr/>
          <p:nvPr/>
        </p:nvSpPr>
        <p:spPr>
          <a:xfrm>
            <a:off x="457200" y="274320"/>
            <a:ext cx="731520" cy="7315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6" name="Shape 4"/>
          <p:cNvSpPr/>
          <p:nvPr/>
        </p:nvSpPr>
        <p:spPr>
          <a:xfrm>
            <a:off x="3200400" y="3200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7" name="Text 5"/>
          <p:cNvSpPr/>
          <p:nvPr/>
        </p:nvSpPr>
        <p:spPr>
          <a:xfrm>
            <a:off x="3200400" y="3200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1. Contexte du projet</a:t>
            </a:r>
            <a:endParaRPr lang="en-US" sz="1250" dirty="0"/>
          </a:p>
        </p:txBody>
      </p:sp>
      <p:sp>
        <p:nvSpPr>
          <p:cNvPr id="8" name="Shape 6"/>
          <p:cNvSpPr/>
          <p:nvPr/>
        </p:nvSpPr>
        <p:spPr>
          <a:xfrm>
            <a:off x="3200400" y="12344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9" name="Text 7"/>
          <p:cNvSpPr/>
          <p:nvPr/>
        </p:nvSpPr>
        <p:spPr>
          <a:xfrm>
            <a:off x="3200400" y="12344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2. Objectif et public cible</a:t>
            </a:r>
            <a:endParaRPr lang="en-US" sz="1250" dirty="0"/>
          </a:p>
        </p:txBody>
      </p:sp>
      <p:sp>
        <p:nvSpPr>
          <p:cNvPr id="10" name="Shape 8"/>
          <p:cNvSpPr/>
          <p:nvPr/>
        </p:nvSpPr>
        <p:spPr>
          <a:xfrm>
            <a:off x="3200400" y="21488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1" name="Text 9"/>
          <p:cNvSpPr/>
          <p:nvPr/>
        </p:nvSpPr>
        <p:spPr>
          <a:xfrm>
            <a:off x="3200400" y="21488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3. Choix de design</a:t>
            </a:r>
            <a:endParaRPr lang="en-US" sz="1250" dirty="0"/>
          </a:p>
        </p:txBody>
      </p:sp>
      <p:sp>
        <p:nvSpPr>
          <p:cNvPr id="12" name="Shape 10"/>
          <p:cNvSpPr/>
          <p:nvPr/>
        </p:nvSpPr>
        <p:spPr>
          <a:xfrm>
            <a:off x="3200400" y="30632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3" name="Text 11"/>
          <p:cNvSpPr/>
          <p:nvPr/>
        </p:nvSpPr>
        <p:spPr>
          <a:xfrm>
            <a:off x="3200400" y="30632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4. Architecture du site</a:t>
            </a:r>
            <a:endParaRPr lang="en-US" sz="1250" dirty="0"/>
          </a:p>
        </p:txBody>
      </p:sp>
      <p:sp>
        <p:nvSpPr>
          <p:cNvPr id="14" name="Shape 12"/>
          <p:cNvSpPr/>
          <p:nvPr/>
        </p:nvSpPr>
        <p:spPr>
          <a:xfrm>
            <a:off x="3200400" y="39776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5" name="Text 13"/>
          <p:cNvSpPr/>
          <p:nvPr/>
        </p:nvSpPr>
        <p:spPr>
          <a:xfrm>
            <a:off x="3200400" y="39776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5. Points techniques</a:t>
            </a:r>
            <a:endParaRPr lang="en-US" sz="1250" dirty="0"/>
          </a:p>
        </p:txBody>
      </p:sp>
      <p:sp>
        <p:nvSpPr>
          <p:cNvPr id="16" name="Shape 14"/>
          <p:cNvSpPr/>
          <p:nvPr/>
        </p:nvSpPr>
        <p:spPr>
          <a:xfrm>
            <a:off x="6035040" y="3200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7" name="Text 15"/>
          <p:cNvSpPr/>
          <p:nvPr/>
        </p:nvSpPr>
        <p:spPr>
          <a:xfrm>
            <a:off x="6035040" y="3200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6. GitHub et déploiement</a:t>
            </a:r>
            <a:endParaRPr lang="en-US" sz="1250" dirty="0"/>
          </a:p>
        </p:txBody>
      </p:sp>
      <p:sp>
        <p:nvSpPr>
          <p:cNvPr id="18" name="Shape 16"/>
          <p:cNvSpPr/>
          <p:nvPr/>
        </p:nvSpPr>
        <p:spPr>
          <a:xfrm>
            <a:off x="6035040" y="12344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9" name="Text 17"/>
          <p:cNvSpPr/>
          <p:nvPr/>
        </p:nvSpPr>
        <p:spPr>
          <a:xfrm>
            <a:off x="6035040" y="12344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7. Difficultés rencontrées</a:t>
            </a:r>
            <a:endParaRPr lang="en-US" sz="1250" dirty="0"/>
          </a:p>
        </p:txBody>
      </p:sp>
      <p:sp>
        <p:nvSpPr>
          <p:cNvPr id="20" name="Shape 18"/>
          <p:cNvSpPr/>
          <p:nvPr/>
        </p:nvSpPr>
        <p:spPr>
          <a:xfrm>
            <a:off x="6035040" y="21488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1" name="Text 19"/>
          <p:cNvSpPr/>
          <p:nvPr/>
        </p:nvSpPr>
        <p:spPr>
          <a:xfrm>
            <a:off x="6035040" y="21488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8. Ressources utilisées</a:t>
            </a:r>
            <a:endParaRPr lang="en-US" sz="1250" dirty="0"/>
          </a:p>
        </p:txBody>
      </p:sp>
      <p:sp>
        <p:nvSpPr>
          <p:cNvPr id="22" name="Shape 20"/>
          <p:cNvSpPr/>
          <p:nvPr/>
        </p:nvSpPr>
        <p:spPr>
          <a:xfrm>
            <a:off x="6035040" y="30632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3" name="Text 21"/>
          <p:cNvSpPr/>
          <p:nvPr/>
        </p:nvSpPr>
        <p:spPr>
          <a:xfrm>
            <a:off x="6035040" y="30632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9. Démonstration live</a:t>
            </a:r>
            <a:endParaRPr lang="en-US" sz="1250" dirty="0"/>
          </a:p>
        </p:txBody>
      </p:sp>
      <p:sp>
        <p:nvSpPr>
          <p:cNvPr id="24" name="Shape 22"/>
          <p:cNvSpPr/>
          <p:nvPr/>
        </p:nvSpPr>
        <p:spPr>
          <a:xfrm>
            <a:off x="6035040" y="3977640"/>
            <a:ext cx="2651760" cy="749808"/>
          </a:xfrm>
          <a:prstGeom prst="roundRect">
            <a:avLst>
              <a:gd name="adj" fmla="val 853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5" name="Text 23"/>
          <p:cNvSpPr/>
          <p:nvPr/>
        </p:nvSpPr>
        <p:spPr>
          <a:xfrm>
            <a:off x="6035040" y="3977640"/>
            <a:ext cx="2651760" cy="749808"/>
          </a:xfrm>
          <a:prstGeom prst="rect">
            <a:avLst/>
          </a:prstGeom>
          <a:noFill/>
          <a:ln/>
        </p:spPr>
        <p:txBody>
          <a:bodyPr wrap="square" lIns="0" tIns="12700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10. Conclusion</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1000" fill="hold"/>
                                        <p:tgtEl>
                                          <p:spTgt spid="14"/>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anim calcmode="lin" valueType="num">
                                      <p:cBhvr>
                                        <p:cTn id="59" dur="1000" fill="hold"/>
                                        <p:tgtEl>
                                          <p:spTgt spid="15"/>
                                        </p:tgtEl>
                                        <p:attrNameLst>
                                          <p:attrName>ppt_x</p:attrName>
                                        </p:attrNameLst>
                                      </p:cBhvr>
                                      <p:tavLst>
                                        <p:tav tm="0">
                                          <p:val>
                                            <p:strVal val="#ppt_x"/>
                                          </p:val>
                                        </p:tav>
                                        <p:tav tm="100000">
                                          <p:val>
                                            <p:strVal val="#ppt_x"/>
                                          </p:val>
                                        </p:tav>
                                      </p:tavLst>
                                    </p:anim>
                                    <p:anim calcmode="lin" valueType="num">
                                      <p:cBhvr>
                                        <p:cTn id="60" dur="1000" fill="hold"/>
                                        <p:tgtEl>
                                          <p:spTgt spid="15"/>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ppt_x</p:attrName>
                                        </p:attrNameLst>
                                      </p:cBhvr>
                                      <p:tavLst>
                                        <p:tav tm="0">
                                          <p:val>
                                            <p:strVal val="#ppt_x"/>
                                          </p:val>
                                        </p:tav>
                                        <p:tav tm="100000">
                                          <p:val>
                                            <p:strVal val="#ppt_x"/>
                                          </p:val>
                                        </p:tav>
                                      </p:tavLst>
                                    </p:anim>
                                    <p:anim calcmode="lin" valueType="num">
                                      <p:cBhvr>
                                        <p:cTn id="65" dur="1000" fill="hold"/>
                                        <p:tgtEl>
                                          <p:spTgt spid="1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1000"/>
                                        <p:tgtEl>
                                          <p:spTgt spid="17"/>
                                        </p:tgtEl>
                                      </p:cBhvr>
                                    </p:animEffect>
                                    <p:anim calcmode="lin" valueType="num">
                                      <p:cBhvr>
                                        <p:cTn id="69" dur="1000" fill="hold"/>
                                        <p:tgtEl>
                                          <p:spTgt spid="17"/>
                                        </p:tgtEl>
                                        <p:attrNameLst>
                                          <p:attrName>ppt_x</p:attrName>
                                        </p:attrNameLst>
                                      </p:cBhvr>
                                      <p:tavLst>
                                        <p:tav tm="0">
                                          <p:val>
                                            <p:strVal val="#ppt_x"/>
                                          </p:val>
                                        </p:tav>
                                        <p:tav tm="100000">
                                          <p:val>
                                            <p:strVal val="#ppt_x"/>
                                          </p:val>
                                        </p:tav>
                                      </p:tavLst>
                                    </p:anim>
                                    <p:anim calcmode="lin" valueType="num">
                                      <p:cBhvr>
                                        <p:cTn id="70" dur="1000" fill="hold"/>
                                        <p:tgtEl>
                                          <p:spTgt spid="1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1000"/>
                                        <p:tgtEl>
                                          <p:spTgt spid="18"/>
                                        </p:tgtEl>
                                      </p:cBhvr>
                                    </p:animEffect>
                                    <p:anim calcmode="lin" valueType="num">
                                      <p:cBhvr>
                                        <p:cTn id="74" dur="1000" fill="hold"/>
                                        <p:tgtEl>
                                          <p:spTgt spid="18"/>
                                        </p:tgtEl>
                                        <p:attrNameLst>
                                          <p:attrName>ppt_x</p:attrName>
                                        </p:attrNameLst>
                                      </p:cBhvr>
                                      <p:tavLst>
                                        <p:tav tm="0">
                                          <p:val>
                                            <p:strVal val="#ppt_x"/>
                                          </p:val>
                                        </p:tav>
                                        <p:tav tm="100000">
                                          <p:val>
                                            <p:strVal val="#ppt_x"/>
                                          </p:val>
                                        </p:tav>
                                      </p:tavLst>
                                    </p:anim>
                                    <p:anim calcmode="lin" valueType="num">
                                      <p:cBhvr>
                                        <p:cTn id="75" dur="1000" fill="hold"/>
                                        <p:tgtEl>
                                          <p:spTgt spid="18"/>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1000"/>
                                        <p:tgtEl>
                                          <p:spTgt spid="19"/>
                                        </p:tgtEl>
                                      </p:cBhvr>
                                    </p:animEffect>
                                    <p:anim calcmode="lin" valueType="num">
                                      <p:cBhvr>
                                        <p:cTn id="79" dur="1000" fill="hold"/>
                                        <p:tgtEl>
                                          <p:spTgt spid="19"/>
                                        </p:tgtEl>
                                        <p:attrNameLst>
                                          <p:attrName>ppt_x</p:attrName>
                                        </p:attrNameLst>
                                      </p:cBhvr>
                                      <p:tavLst>
                                        <p:tav tm="0">
                                          <p:val>
                                            <p:strVal val="#ppt_x"/>
                                          </p:val>
                                        </p:tav>
                                        <p:tav tm="100000">
                                          <p:val>
                                            <p:strVal val="#ppt_x"/>
                                          </p:val>
                                        </p:tav>
                                      </p:tavLst>
                                    </p:anim>
                                    <p:anim calcmode="lin" valueType="num">
                                      <p:cBhvr>
                                        <p:cTn id="80" dur="1000" fill="hold"/>
                                        <p:tgtEl>
                                          <p:spTgt spid="19"/>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1000"/>
                                        <p:tgtEl>
                                          <p:spTgt spid="20"/>
                                        </p:tgtEl>
                                      </p:cBhvr>
                                    </p:animEffect>
                                    <p:anim calcmode="lin" valueType="num">
                                      <p:cBhvr>
                                        <p:cTn id="84" dur="1000" fill="hold"/>
                                        <p:tgtEl>
                                          <p:spTgt spid="20"/>
                                        </p:tgtEl>
                                        <p:attrNameLst>
                                          <p:attrName>ppt_x</p:attrName>
                                        </p:attrNameLst>
                                      </p:cBhvr>
                                      <p:tavLst>
                                        <p:tav tm="0">
                                          <p:val>
                                            <p:strVal val="#ppt_x"/>
                                          </p:val>
                                        </p:tav>
                                        <p:tav tm="100000">
                                          <p:val>
                                            <p:strVal val="#ppt_x"/>
                                          </p:val>
                                        </p:tav>
                                      </p:tavLst>
                                    </p:anim>
                                    <p:anim calcmode="lin" valueType="num">
                                      <p:cBhvr>
                                        <p:cTn id="85" dur="1000" fill="hold"/>
                                        <p:tgtEl>
                                          <p:spTgt spid="20"/>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1000"/>
                                        <p:tgtEl>
                                          <p:spTgt spid="21"/>
                                        </p:tgtEl>
                                      </p:cBhvr>
                                    </p:animEffect>
                                    <p:anim calcmode="lin" valueType="num">
                                      <p:cBhvr>
                                        <p:cTn id="89" dur="1000" fill="hold"/>
                                        <p:tgtEl>
                                          <p:spTgt spid="21"/>
                                        </p:tgtEl>
                                        <p:attrNameLst>
                                          <p:attrName>ppt_x</p:attrName>
                                        </p:attrNameLst>
                                      </p:cBhvr>
                                      <p:tavLst>
                                        <p:tav tm="0">
                                          <p:val>
                                            <p:strVal val="#ppt_x"/>
                                          </p:val>
                                        </p:tav>
                                        <p:tav tm="100000">
                                          <p:val>
                                            <p:strVal val="#ppt_x"/>
                                          </p:val>
                                        </p:tav>
                                      </p:tavLst>
                                    </p:anim>
                                    <p:anim calcmode="lin" valueType="num">
                                      <p:cBhvr>
                                        <p:cTn id="90" dur="1000" fill="hold"/>
                                        <p:tgtEl>
                                          <p:spTgt spid="21"/>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1000"/>
                                        <p:tgtEl>
                                          <p:spTgt spid="22"/>
                                        </p:tgtEl>
                                      </p:cBhvr>
                                    </p:animEffect>
                                    <p:anim calcmode="lin" valueType="num">
                                      <p:cBhvr>
                                        <p:cTn id="94" dur="1000" fill="hold"/>
                                        <p:tgtEl>
                                          <p:spTgt spid="22"/>
                                        </p:tgtEl>
                                        <p:attrNameLst>
                                          <p:attrName>ppt_x</p:attrName>
                                        </p:attrNameLst>
                                      </p:cBhvr>
                                      <p:tavLst>
                                        <p:tav tm="0">
                                          <p:val>
                                            <p:strVal val="#ppt_x"/>
                                          </p:val>
                                        </p:tav>
                                        <p:tav tm="100000">
                                          <p:val>
                                            <p:strVal val="#ppt_x"/>
                                          </p:val>
                                        </p:tav>
                                      </p:tavLst>
                                    </p:anim>
                                    <p:anim calcmode="lin" valueType="num">
                                      <p:cBhvr>
                                        <p:cTn id="95" dur="1000" fill="hold"/>
                                        <p:tgtEl>
                                          <p:spTgt spid="22"/>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1000"/>
                                        <p:tgtEl>
                                          <p:spTgt spid="23"/>
                                        </p:tgtEl>
                                      </p:cBhvr>
                                    </p:animEffect>
                                    <p:anim calcmode="lin" valueType="num">
                                      <p:cBhvr>
                                        <p:cTn id="99" dur="1000" fill="hold"/>
                                        <p:tgtEl>
                                          <p:spTgt spid="23"/>
                                        </p:tgtEl>
                                        <p:attrNameLst>
                                          <p:attrName>ppt_x</p:attrName>
                                        </p:attrNameLst>
                                      </p:cBhvr>
                                      <p:tavLst>
                                        <p:tav tm="0">
                                          <p:val>
                                            <p:strVal val="#ppt_x"/>
                                          </p:val>
                                        </p:tav>
                                        <p:tav tm="100000">
                                          <p:val>
                                            <p:strVal val="#ppt_x"/>
                                          </p:val>
                                        </p:tav>
                                      </p:tavLst>
                                    </p:anim>
                                    <p:anim calcmode="lin" valueType="num">
                                      <p:cBhvr>
                                        <p:cTn id="100" dur="1000" fill="hold"/>
                                        <p:tgtEl>
                                          <p:spTgt spid="23"/>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1000"/>
                                        <p:tgtEl>
                                          <p:spTgt spid="24"/>
                                        </p:tgtEl>
                                      </p:cBhvr>
                                    </p:animEffect>
                                    <p:anim calcmode="lin" valueType="num">
                                      <p:cBhvr>
                                        <p:cTn id="104" dur="1000" fill="hold"/>
                                        <p:tgtEl>
                                          <p:spTgt spid="24"/>
                                        </p:tgtEl>
                                        <p:attrNameLst>
                                          <p:attrName>ppt_x</p:attrName>
                                        </p:attrNameLst>
                                      </p:cBhvr>
                                      <p:tavLst>
                                        <p:tav tm="0">
                                          <p:val>
                                            <p:strVal val="#ppt_x"/>
                                          </p:val>
                                        </p:tav>
                                        <p:tav tm="100000">
                                          <p:val>
                                            <p:strVal val="#ppt_x"/>
                                          </p:val>
                                        </p:tav>
                                      </p:tavLst>
                                    </p:anim>
                                    <p:anim calcmode="lin" valueType="num">
                                      <p:cBhvr>
                                        <p:cTn id="105" dur="1000" fill="hold"/>
                                        <p:tgtEl>
                                          <p:spTgt spid="24"/>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1000"/>
                                        <p:tgtEl>
                                          <p:spTgt spid="25"/>
                                        </p:tgtEl>
                                      </p:cBhvr>
                                    </p:animEffect>
                                    <p:anim calcmode="lin" valueType="num">
                                      <p:cBhvr>
                                        <p:cTn id="109" dur="1000" fill="hold"/>
                                        <p:tgtEl>
                                          <p:spTgt spid="25"/>
                                        </p:tgtEl>
                                        <p:attrNameLst>
                                          <p:attrName>ppt_x</p:attrName>
                                        </p:attrNameLst>
                                      </p:cBhvr>
                                      <p:tavLst>
                                        <p:tav tm="0">
                                          <p:val>
                                            <p:strVal val="#ppt_x"/>
                                          </p:val>
                                        </p:tav>
                                        <p:tav tm="100000">
                                          <p:val>
                                            <p:strVal val="#ppt_x"/>
                                          </p:val>
                                        </p:tav>
                                      </p:tavLst>
                                    </p:anim>
                                    <p:anim calcmode="lin" valueType="num">
                                      <p:cBhvr>
                                        <p:cTn id="11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Contexte du projet</a:t>
            </a:r>
            <a:endParaRPr lang="en-US" sz="2200" dirty="0"/>
          </a:p>
        </p:txBody>
      </p:sp>
      <p:sp>
        <p:nvSpPr>
          <p:cNvPr id="4" name="Shape 2"/>
          <p:cNvSpPr/>
          <p:nvPr/>
        </p:nvSpPr>
        <p:spPr>
          <a:xfrm>
            <a:off x="320040" y="914400"/>
            <a:ext cx="411480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5" name="Shape 3"/>
          <p:cNvSpPr/>
          <p:nvPr/>
        </p:nvSpPr>
        <p:spPr>
          <a:xfrm>
            <a:off x="484632" y="1115568"/>
            <a:ext cx="594360" cy="594360"/>
          </a:xfrm>
          <a:prstGeom prst="ellipse">
            <a:avLst/>
          </a:prstGeom>
          <a:solidFill>
            <a:srgbClr val="0D6EFD"/>
          </a:solidFill>
          <a:ln w="12700">
            <a:solidFill>
              <a:srgbClr val="0D6EFD"/>
            </a:solidFill>
            <a:prstDash val="solid"/>
          </a:ln>
        </p:spPr>
        <p:txBody>
          <a:bodyPr/>
          <a:lstStyle/>
          <a:p>
            <a:endParaRPr lang="fr-FR"/>
          </a:p>
        </p:txBody>
      </p:sp>
      <p:sp>
        <p:nvSpPr>
          <p:cNvPr id="6" name="Text 4"/>
          <p:cNvSpPr/>
          <p:nvPr/>
        </p:nvSpPr>
        <p:spPr>
          <a:xfrm>
            <a:off x="484632" y="1115568"/>
            <a:ext cx="594360" cy="594360"/>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7" name="Text 5"/>
          <p:cNvSpPr/>
          <p:nvPr/>
        </p:nvSpPr>
        <p:spPr>
          <a:xfrm>
            <a:off x="1161288" y="1097280"/>
            <a:ext cx="3154680" cy="365760"/>
          </a:xfrm>
          <a:prstGeom prst="rect">
            <a:avLst/>
          </a:prstGeom>
          <a:noFill/>
          <a:ln/>
        </p:spPr>
        <p:txBody>
          <a:bodyPr wrap="square" rtlCol="0" anchor="ctr"/>
          <a:lstStyle/>
          <a:p>
            <a:pPr marL="0" indent="0">
              <a:buNone/>
            </a:pPr>
            <a:r>
              <a:rPr lang="en-US" sz="1350" b="1" dirty="0">
                <a:solidFill>
                  <a:srgbClr val="0D6EFD"/>
                </a:solidFill>
                <a:latin typeface="Calibri" pitchFamily="34" charset="0"/>
                <a:ea typeface="Calibri" pitchFamily="34" charset="-122"/>
                <a:cs typeface="Calibri" pitchFamily="34" charset="-120"/>
              </a:rPr>
              <a:t>Croissance explosive</a:t>
            </a:r>
            <a:endParaRPr lang="en-US" sz="1350" dirty="0"/>
          </a:p>
        </p:txBody>
      </p:sp>
      <p:sp>
        <p:nvSpPr>
          <p:cNvPr id="8" name="Text 6"/>
          <p:cNvSpPr/>
          <p:nvPr/>
        </p:nvSpPr>
        <p:spPr>
          <a:xfrm>
            <a:off x="1161288" y="1463040"/>
            <a:ext cx="3154680" cy="10058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Le marché du freelance tech en Afrique connaît une croissance explosive.</a:t>
            </a:r>
            <a:endParaRPr lang="en-US" sz="1200" dirty="0"/>
          </a:p>
        </p:txBody>
      </p:sp>
      <p:sp>
        <p:nvSpPr>
          <p:cNvPr id="9" name="Shape 7"/>
          <p:cNvSpPr/>
          <p:nvPr/>
        </p:nvSpPr>
        <p:spPr>
          <a:xfrm>
            <a:off x="4709160" y="914400"/>
            <a:ext cx="411480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0" name="Shape 8"/>
          <p:cNvSpPr/>
          <p:nvPr/>
        </p:nvSpPr>
        <p:spPr>
          <a:xfrm>
            <a:off x="4873752" y="1115568"/>
            <a:ext cx="594360" cy="594360"/>
          </a:xfrm>
          <a:prstGeom prst="ellipse">
            <a:avLst/>
          </a:prstGeom>
          <a:solidFill>
            <a:srgbClr val="0D6EFD"/>
          </a:solidFill>
          <a:ln w="12700">
            <a:solidFill>
              <a:srgbClr val="0D6EFD"/>
            </a:solidFill>
            <a:prstDash val="solid"/>
          </a:ln>
        </p:spPr>
        <p:txBody>
          <a:bodyPr/>
          <a:lstStyle/>
          <a:p>
            <a:endParaRPr lang="fr-FR"/>
          </a:p>
        </p:txBody>
      </p:sp>
      <p:sp>
        <p:nvSpPr>
          <p:cNvPr id="11" name="Text 9"/>
          <p:cNvSpPr/>
          <p:nvPr/>
        </p:nvSpPr>
        <p:spPr>
          <a:xfrm>
            <a:off x="4873752" y="1115568"/>
            <a:ext cx="594360" cy="594360"/>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12" name="Text 10"/>
          <p:cNvSpPr/>
          <p:nvPr/>
        </p:nvSpPr>
        <p:spPr>
          <a:xfrm>
            <a:off x="5550408" y="1097280"/>
            <a:ext cx="3154680" cy="365760"/>
          </a:xfrm>
          <a:prstGeom prst="rect">
            <a:avLst/>
          </a:prstGeom>
          <a:noFill/>
          <a:ln/>
        </p:spPr>
        <p:txBody>
          <a:bodyPr wrap="square" rtlCol="0" anchor="ctr"/>
          <a:lstStyle/>
          <a:p>
            <a:pPr marL="0" indent="0">
              <a:buNone/>
            </a:pPr>
            <a:r>
              <a:rPr lang="en-US" sz="1350" b="1" dirty="0">
                <a:solidFill>
                  <a:srgbClr val="0D6EFD"/>
                </a:solidFill>
                <a:latin typeface="Calibri" pitchFamily="34" charset="0"/>
                <a:ea typeface="Calibri" pitchFamily="34" charset="-122"/>
                <a:cs typeface="Calibri" pitchFamily="34" charset="-120"/>
              </a:rPr>
              <a:t>Talents en quête de missions</a:t>
            </a:r>
            <a:endParaRPr lang="en-US" sz="1350" dirty="0"/>
          </a:p>
        </p:txBody>
      </p:sp>
      <p:sp>
        <p:nvSpPr>
          <p:cNvPr id="13" name="Text 11"/>
          <p:cNvSpPr/>
          <p:nvPr/>
        </p:nvSpPr>
        <p:spPr>
          <a:xfrm>
            <a:off x="5550408" y="1463040"/>
            <a:ext cx="3154680" cy="10058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 plus en plus de développeurs et designers cherchent des missions.</a:t>
            </a:r>
            <a:endParaRPr lang="en-US" sz="1200" dirty="0"/>
          </a:p>
        </p:txBody>
      </p:sp>
      <p:sp>
        <p:nvSpPr>
          <p:cNvPr id="14" name="Shape 12"/>
          <p:cNvSpPr/>
          <p:nvPr/>
        </p:nvSpPr>
        <p:spPr>
          <a:xfrm>
            <a:off x="320040" y="2880360"/>
            <a:ext cx="411480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5" name="Shape 13"/>
          <p:cNvSpPr/>
          <p:nvPr/>
        </p:nvSpPr>
        <p:spPr>
          <a:xfrm>
            <a:off x="484632" y="3081528"/>
            <a:ext cx="594360" cy="594360"/>
          </a:xfrm>
          <a:prstGeom prst="ellipse">
            <a:avLst/>
          </a:prstGeom>
          <a:solidFill>
            <a:srgbClr val="0D6EFD"/>
          </a:solidFill>
          <a:ln w="12700">
            <a:solidFill>
              <a:srgbClr val="0D6EFD"/>
            </a:solidFill>
            <a:prstDash val="solid"/>
          </a:ln>
        </p:spPr>
        <p:txBody>
          <a:bodyPr/>
          <a:lstStyle/>
          <a:p>
            <a:endParaRPr lang="fr-FR"/>
          </a:p>
        </p:txBody>
      </p:sp>
      <p:sp>
        <p:nvSpPr>
          <p:cNvPr id="16" name="Text 14"/>
          <p:cNvSpPr/>
          <p:nvPr/>
        </p:nvSpPr>
        <p:spPr>
          <a:xfrm>
            <a:off x="484632" y="3081528"/>
            <a:ext cx="594360" cy="594360"/>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17" name="Text 15"/>
          <p:cNvSpPr/>
          <p:nvPr/>
        </p:nvSpPr>
        <p:spPr>
          <a:xfrm>
            <a:off x="1161288" y="3063240"/>
            <a:ext cx="3154680" cy="365760"/>
          </a:xfrm>
          <a:prstGeom prst="rect">
            <a:avLst/>
          </a:prstGeom>
          <a:noFill/>
          <a:ln/>
        </p:spPr>
        <p:txBody>
          <a:bodyPr wrap="square" rtlCol="0" anchor="ctr"/>
          <a:lstStyle/>
          <a:p>
            <a:pPr marL="0" indent="0">
              <a:buNone/>
            </a:pPr>
            <a:r>
              <a:rPr lang="en-US" sz="1350" b="1" dirty="0">
                <a:solidFill>
                  <a:srgbClr val="0D6EFD"/>
                </a:solidFill>
                <a:latin typeface="Calibri" pitchFamily="34" charset="0"/>
                <a:ea typeface="Calibri" pitchFamily="34" charset="-122"/>
                <a:cs typeface="Calibri" pitchFamily="34" charset="-120"/>
              </a:rPr>
              <a:t>Manque de plateformes</a:t>
            </a:r>
            <a:endParaRPr lang="en-US" sz="1350" dirty="0"/>
          </a:p>
        </p:txBody>
      </p:sp>
      <p:sp>
        <p:nvSpPr>
          <p:cNvPr id="18" name="Text 16"/>
          <p:cNvSpPr/>
          <p:nvPr/>
        </p:nvSpPr>
        <p:spPr>
          <a:xfrm>
            <a:off x="1161288" y="3429000"/>
            <a:ext cx="3154680" cy="10058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Manque de plateformes fiables adaptées au contexte africain.</a:t>
            </a:r>
            <a:endParaRPr lang="en-US" sz="1200" dirty="0"/>
          </a:p>
        </p:txBody>
      </p:sp>
      <p:sp>
        <p:nvSpPr>
          <p:cNvPr id="19" name="Shape 17"/>
          <p:cNvSpPr/>
          <p:nvPr/>
        </p:nvSpPr>
        <p:spPr>
          <a:xfrm>
            <a:off x="4709160" y="2880360"/>
            <a:ext cx="411480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0" name="Shape 18"/>
          <p:cNvSpPr/>
          <p:nvPr/>
        </p:nvSpPr>
        <p:spPr>
          <a:xfrm>
            <a:off x="4873752" y="3081528"/>
            <a:ext cx="594360" cy="594360"/>
          </a:xfrm>
          <a:prstGeom prst="ellipse">
            <a:avLst/>
          </a:prstGeom>
          <a:solidFill>
            <a:srgbClr val="E25C38"/>
          </a:solidFill>
          <a:ln w="12700">
            <a:solidFill>
              <a:srgbClr val="E25C38"/>
            </a:solidFill>
            <a:prstDash val="solid"/>
          </a:ln>
        </p:spPr>
        <p:txBody>
          <a:bodyPr/>
          <a:lstStyle/>
          <a:p>
            <a:endParaRPr lang="fr-FR"/>
          </a:p>
        </p:txBody>
      </p:sp>
      <p:sp>
        <p:nvSpPr>
          <p:cNvPr id="21" name="Text 19"/>
          <p:cNvSpPr/>
          <p:nvPr/>
        </p:nvSpPr>
        <p:spPr>
          <a:xfrm>
            <a:off x="4873752" y="3081528"/>
            <a:ext cx="594360" cy="594360"/>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22" name="Text 20"/>
          <p:cNvSpPr/>
          <p:nvPr/>
        </p:nvSpPr>
        <p:spPr>
          <a:xfrm>
            <a:off x="5550408" y="3063240"/>
            <a:ext cx="3154680" cy="365760"/>
          </a:xfrm>
          <a:prstGeom prst="rect">
            <a:avLst/>
          </a:prstGeom>
          <a:noFill/>
          <a:ln/>
        </p:spPr>
        <p:txBody>
          <a:bodyPr wrap="square" rtlCol="0" anchor="ctr"/>
          <a:lstStyle/>
          <a:p>
            <a:pPr marL="0" indent="0">
              <a:buNone/>
            </a:pPr>
            <a:r>
              <a:rPr lang="en-US" sz="1350" b="1" dirty="0">
                <a:solidFill>
                  <a:srgbClr val="0D6EFD"/>
                </a:solidFill>
                <a:latin typeface="Calibri" pitchFamily="34" charset="0"/>
                <a:ea typeface="Calibri" pitchFamily="34" charset="-122"/>
                <a:cs typeface="Calibri" pitchFamily="34" charset="-120"/>
              </a:rPr>
              <a:t>La solution AfriTalent</a:t>
            </a:r>
            <a:endParaRPr lang="en-US" sz="1350" dirty="0"/>
          </a:p>
        </p:txBody>
      </p:sp>
      <p:sp>
        <p:nvSpPr>
          <p:cNvPr id="23" name="Text 21"/>
          <p:cNvSpPr/>
          <p:nvPr/>
        </p:nvSpPr>
        <p:spPr>
          <a:xfrm>
            <a:off x="5550408" y="3429000"/>
            <a:ext cx="3154680" cy="10058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AfriTalent répond à ce besoin en connectant talents et entreprises.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0" presetClass="emph" presetSubtype="0" fill="hold" grpId="0" nodeType="clickEffect">
                                  <p:stCondLst>
                                    <p:cond delay="0"/>
                                  </p:stCondLst>
                                  <p:childTnLst>
                                    <p:animClr clrSpc="hsl" dir="cw">
                                      <p:cBhvr override="childStyle">
                                        <p:cTn id="13" dur="500" fill="hold"/>
                                        <p:tgtEl>
                                          <p:spTgt spid="4"/>
                                        </p:tgtEl>
                                        <p:attrNameLst>
                                          <p:attrName>style.color</p:attrName>
                                        </p:attrNameLst>
                                      </p:cBhvr>
                                      <p:by>
                                        <p:hsl h="0" s="12549" l="25098"/>
                                      </p:by>
                                    </p:animClr>
                                    <p:animClr clrSpc="hsl" dir="cw">
                                      <p:cBhvr>
                                        <p:cTn id="14" dur="500" fill="hold"/>
                                        <p:tgtEl>
                                          <p:spTgt spid="4"/>
                                        </p:tgtEl>
                                        <p:attrNameLst>
                                          <p:attrName>fillcolor</p:attrName>
                                        </p:attrNameLst>
                                      </p:cBhvr>
                                      <p:by>
                                        <p:hsl h="0" s="12549" l="25098"/>
                                      </p:by>
                                    </p:animClr>
                                    <p:animClr clrSpc="hsl" dir="cw">
                                      <p:cBhvr>
                                        <p:cTn id="15" dur="500" fill="hold"/>
                                        <p:tgtEl>
                                          <p:spTgt spid="4"/>
                                        </p:tgtEl>
                                        <p:attrNameLst>
                                          <p:attrName>stroke.color</p:attrName>
                                        </p:attrNameLst>
                                      </p:cBhvr>
                                      <p:by>
                                        <p:hsl h="0" s="12549" l="25098"/>
                                      </p:by>
                                    </p:animClr>
                                    <p:set>
                                      <p:cBhvr>
                                        <p:cTn id="16" dur="500" fill="hold"/>
                                        <p:tgtEl>
                                          <p:spTgt spid="4"/>
                                        </p:tgtEl>
                                        <p:attrNameLst>
                                          <p:attrName>fill.type</p:attrName>
                                        </p:attrNameLst>
                                      </p:cBhvr>
                                      <p:to>
                                        <p:strVal val="solid"/>
                                      </p:to>
                                    </p:set>
                                  </p:childTnLst>
                                </p:cTn>
                              </p:par>
                              <p:par>
                                <p:cTn id="17" presetID="30" presetClass="emph" presetSubtype="0" fill="hold" grpId="0" nodeType="withEffect">
                                  <p:stCondLst>
                                    <p:cond delay="0"/>
                                  </p:stCondLst>
                                  <p:childTnLst>
                                    <p:animClr clrSpc="hsl" dir="cw">
                                      <p:cBhvr override="childStyle">
                                        <p:cTn id="18" dur="500" fill="hold"/>
                                        <p:tgtEl>
                                          <p:spTgt spid="5"/>
                                        </p:tgtEl>
                                        <p:attrNameLst>
                                          <p:attrName>style.color</p:attrName>
                                        </p:attrNameLst>
                                      </p:cBhvr>
                                      <p:by>
                                        <p:hsl h="0" s="12549" l="25098"/>
                                      </p:by>
                                    </p:animClr>
                                    <p:animClr clrSpc="hsl" dir="cw">
                                      <p:cBhvr>
                                        <p:cTn id="19" dur="500" fill="hold"/>
                                        <p:tgtEl>
                                          <p:spTgt spid="5"/>
                                        </p:tgtEl>
                                        <p:attrNameLst>
                                          <p:attrName>fillcolor</p:attrName>
                                        </p:attrNameLst>
                                      </p:cBhvr>
                                      <p:by>
                                        <p:hsl h="0" s="12549" l="25098"/>
                                      </p:by>
                                    </p:animClr>
                                    <p:animClr clrSpc="hsl" dir="cw">
                                      <p:cBhvr>
                                        <p:cTn id="20" dur="500" fill="hold"/>
                                        <p:tgtEl>
                                          <p:spTgt spid="5"/>
                                        </p:tgtEl>
                                        <p:attrNameLst>
                                          <p:attrName>stroke.color</p:attrName>
                                        </p:attrNameLst>
                                      </p:cBhvr>
                                      <p:by>
                                        <p:hsl h="0" s="12549" l="25098"/>
                                      </p:by>
                                    </p:animClr>
                                    <p:set>
                                      <p:cBhvr>
                                        <p:cTn id="21" dur="500" fill="hold"/>
                                        <p:tgtEl>
                                          <p:spTgt spid="5"/>
                                        </p:tgtEl>
                                        <p:attrNameLst>
                                          <p:attrName>fill.type</p:attrName>
                                        </p:attrNameLst>
                                      </p:cBhvr>
                                      <p:to>
                                        <p:strVal val="solid"/>
                                      </p:to>
                                    </p:set>
                                  </p:childTnLst>
                                </p:cTn>
                              </p:par>
                              <p:par>
                                <p:cTn id="22" presetID="30" presetClass="emph" presetSubtype="0" fill="hold" grpId="0" nodeType="withEffect">
                                  <p:stCondLst>
                                    <p:cond delay="0"/>
                                  </p:stCondLst>
                                  <p:childTnLst>
                                    <p:animClr clrSpc="hsl" dir="cw">
                                      <p:cBhvr override="childStyle">
                                        <p:cTn id="23" dur="500" fill="hold"/>
                                        <p:tgtEl>
                                          <p:spTgt spid="6"/>
                                        </p:tgtEl>
                                        <p:attrNameLst>
                                          <p:attrName>style.color</p:attrName>
                                        </p:attrNameLst>
                                      </p:cBhvr>
                                      <p:by>
                                        <p:hsl h="0" s="12549" l="25098"/>
                                      </p:by>
                                    </p:animClr>
                                    <p:animClr clrSpc="hsl" dir="cw">
                                      <p:cBhvr>
                                        <p:cTn id="24" dur="500" fill="hold"/>
                                        <p:tgtEl>
                                          <p:spTgt spid="6"/>
                                        </p:tgtEl>
                                        <p:attrNameLst>
                                          <p:attrName>fillcolor</p:attrName>
                                        </p:attrNameLst>
                                      </p:cBhvr>
                                      <p:by>
                                        <p:hsl h="0" s="12549" l="25098"/>
                                      </p:by>
                                    </p:animClr>
                                    <p:animClr clrSpc="hsl" dir="cw">
                                      <p:cBhvr>
                                        <p:cTn id="25" dur="500" fill="hold"/>
                                        <p:tgtEl>
                                          <p:spTgt spid="6"/>
                                        </p:tgtEl>
                                        <p:attrNameLst>
                                          <p:attrName>stroke.color</p:attrName>
                                        </p:attrNameLst>
                                      </p:cBhvr>
                                      <p:by>
                                        <p:hsl h="0" s="12549" l="25098"/>
                                      </p:by>
                                    </p:animClr>
                                    <p:set>
                                      <p:cBhvr>
                                        <p:cTn id="26" dur="500" fill="hold"/>
                                        <p:tgtEl>
                                          <p:spTgt spid="6"/>
                                        </p:tgtEl>
                                        <p:attrNameLst>
                                          <p:attrName>fill.type</p:attrName>
                                        </p:attrNameLst>
                                      </p:cBhvr>
                                      <p:to>
                                        <p:strVal val="solid"/>
                                      </p:to>
                                    </p:set>
                                  </p:childTnLst>
                                </p:cTn>
                              </p:par>
                              <p:par>
                                <p:cTn id="27" presetID="30" presetClass="emph" presetSubtype="0" fill="hold" grpId="0" nodeType="withEffect">
                                  <p:stCondLst>
                                    <p:cond delay="0"/>
                                  </p:stCondLst>
                                  <p:childTnLst>
                                    <p:animClr clrSpc="hsl" dir="cw">
                                      <p:cBhvr override="childStyle">
                                        <p:cTn id="28" dur="500" fill="hold"/>
                                        <p:tgtEl>
                                          <p:spTgt spid="7"/>
                                        </p:tgtEl>
                                        <p:attrNameLst>
                                          <p:attrName>style.color</p:attrName>
                                        </p:attrNameLst>
                                      </p:cBhvr>
                                      <p:by>
                                        <p:hsl h="0" s="12549" l="25098"/>
                                      </p:by>
                                    </p:animClr>
                                    <p:animClr clrSpc="hsl" dir="cw">
                                      <p:cBhvr>
                                        <p:cTn id="29" dur="500" fill="hold"/>
                                        <p:tgtEl>
                                          <p:spTgt spid="7"/>
                                        </p:tgtEl>
                                        <p:attrNameLst>
                                          <p:attrName>fillcolor</p:attrName>
                                        </p:attrNameLst>
                                      </p:cBhvr>
                                      <p:by>
                                        <p:hsl h="0" s="12549" l="25098"/>
                                      </p:by>
                                    </p:animClr>
                                    <p:animClr clrSpc="hsl" dir="cw">
                                      <p:cBhvr>
                                        <p:cTn id="30" dur="500" fill="hold"/>
                                        <p:tgtEl>
                                          <p:spTgt spid="7"/>
                                        </p:tgtEl>
                                        <p:attrNameLst>
                                          <p:attrName>stroke.color</p:attrName>
                                        </p:attrNameLst>
                                      </p:cBhvr>
                                      <p:by>
                                        <p:hsl h="0" s="12549" l="25098"/>
                                      </p:by>
                                    </p:animClr>
                                    <p:set>
                                      <p:cBhvr>
                                        <p:cTn id="31" dur="500" fill="hold"/>
                                        <p:tgtEl>
                                          <p:spTgt spid="7"/>
                                        </p:tgtEl>
                                        <p:attrNameLst>
                                          <p:attrName>fill.type</p:attrName>
                                        </p:attrNameLst>
                                      </p:cBhvr>
                                      <p:to>
                                        <p:strVal val="solid"/>
                                      </p:to>
                                    </p:set>
                                  </p:childTnLst>
                                </p:cTn>
                              </p:par>
                              <p:par>
                                <p:cTn id="32" presetID="30" presetClass="emph" presetSubtype="0" fill="hold" grpId="0" nodeType="withEffect">
                                  <p:stCondLst>
                                    <p:cond delay="0"/>
                                  </p:stCondLst>
                                  <p:childTnLst>
                                    <p:animClr clrSpc="hsl" dir="cw">
                                      <p:cBhvr override="childStyle">
                                        <p:cTn id="33" dur="500" fill="hold"/>
                                        <p:tgtEl>
                                          <p:spTgt spid="8"/>
                                        </p:tgtEl>
                                        <p:attrNameLst>
                                          <p:attrName>style.color</p:attrName>
                                        </p:attrNameLst>
                                      </p:cBhvr>
                                      <p:by>
                                        <p:hsl h="0" s="12549" l="25098"/>
                                      </p:by>
                                    </p:animClr>
                                    <p:animClr clrSpc="hsl" dir="cw">
                                      <p:cBhvr>
                                        <p:cTn id="34" dur="500" fill="hold"/>
                                        <p:tgtEl>
                                          <p:spTgt spid="8"/>
                                        </p:tgtEl>
                                        <p:attrNameLst>
                                          <p:attrName>fillcolor</p:attrName>
                                        </p:attrNameLst>
                                      </p:cBhvr>
                                      <p:by>
                                        <p:hsl h="0" s="12549" l="25098"/>
                                      </p:by>
                                    </p:animClr>
                                    <p:animClr clrSpc="hsl" dir="cw">
                                      <p:cBhvr>
                                        <p:cTn id="35" dur="500" fill="hold"/>
                                        <p:tgtEl>
                                          <p:spTgt spid="8"/>
                                        </p:tgtEl>
                                        <p:attrNameLst>
                                          <p:attrName>stroke.color</p:attrName>
                                        </p:attrNameLst>
                                      </p:cBhvr>
                                      <p:by>
                                        <p:hsl h="0" s="12549" l="25098"/>
                                      </p:by>
                                    </p:animClr>
                                    <p:set>
                                      <p:cBhvr>
                                        <p:cTn id="36" dur="500" fill="hold"/>
                                        <p:tgtEl>
                                          <p:spTgt spid="8"/>
                                        </p:tgtEl>
                                        <p:attrNameLst>
                                          <p:attrName>fill.type</p:attrName>
                                        </p:attrNameLst>
                                      </p:cBhvr>
                                      <p:to>
                                        <p:strVal val="solid"/>
                                      </p:to>
                                    </p:set>
                                  </p:childTnLst>
                                </p:cTn>
                              </p:par>
                              <p:par>
                                <p:cTn id="37" presetID="30" presetClass="emph" presetSubtype="0" fill="hold" grpId="0" nodeType="withEffect">
                                  <p:stCondLst>
                                    <p:cond delay="0"/>
                                  </p:stCondLst>
                                  <p:childTnLst>
                                    <p:animClr clrSpc="hsl" dir="cw">
                                      <p:cBhvr override="childStyle">
                                        <p:cTn id="38" dur="500" fill="hold"/>
                                        <p:tgtEl>
                                          <p:spTgt spid="9"/>
                                        </p:tgtEl>
                                        <p:attrNameLst>
                                          <p:attrName>style.color</p:attrName>
                                        </p:attrNameLst>
                                      </p:cBhvr>
                                      <p:by>
                                        <p:hsl h="0" s="12549" l="25098"/>
                                      </p:by>
                                    </p:animClr>
                                    <p:animClr clrSpc="hsl" dir="cw">
                                      <p:cBhvr>
                                        <p:cTn id="39" dur="500" fill="hold"/>
                                        <p:tgtEl>
                                          <p:spTgt spid="9"/>
                                        </p:tgtEl>
                                        <p:attrNameLst>
                                          <p:attrName>fillcolor</p:attrName>
                                        </p:attrNameLst>
                                      </p:cBhvr>
                                      <p:by>
                                        <p:hsl h="0" s="12549" l="25098"/>
                                      </p:by>
                                    </p:animClr>
                                    <p:animClr clrSpc="hsl" dir="cw">
                                      <p:cBhvr>
                                        <p:cTn id="40" dur="500" fill="hold"/>
                                        <p:tgtEl>
                                          <p:spTgt spid="9"/>
                                        </p:tgtEl>
                                        <p:attrNameLst>
                                          <p:attrName>stroke.color</p:attrName>
                                        </p:attrNameLst>
                                      </p:cBhvr>
                                      <p:by>
                                        <p:hsl h="0" s="12549" l="25098"/>
                                      </p:by>
                                    </p:animClr>
                                    <p:set>
                                      <p:cBhvr>
                                        <p:cTn id="41" dur="500" fill="hold"/>
                                        <p:tgtEl>
                                          <p:spTgt spid="9"/>
                                        </p:tgtEl>
                                        <p:attrNameLst>
                                          <p:attrName>fill.type</p:attrName>
                                        </p:attrNameLst>
                                      </p:cBhvr>
                                      <p:to>
                                        <p:strVal val="solid"/>
                                      </p:to>
                                    </p:set>
                                  </p:childTnLst>
                                </p:cTn>
                              </p:par>
                              <p:par>
                                <p:cTn id="42" presetID="30" presetClass="emph" presetSubtype="0" fill="hold" grpId="0" nodeType="withEffect">
                                  <p:stCondLst>
                                    <p:cond delay="0"/>
                                  </p:stCondLst>
                                  <p:childTnLst>
                                    <p:animClr clrSpc="hsl" dir="cw">
                                      <p:cBhvr override="childStyle">
                                        <p:cTn id="43" dur="500" fill="hold"/>
                                        <p:tgtEl>
                                          <p:spTgt spid="10"/>
                                        </p:tgtEl>
                                        <p:attrNameLst>
                                          <p:attrName>style.color</p:attrName>
                                        </p:attrNameLst>
                                      </p:cBhvr>
                                      <p:by>
                                        <p:hsl h="0" s="12549" l="25098"/>
                                      </p:by>
                                    </p:animClr>
                                    <p:animClr clrSpc="hsl" dir="cw">
                                      <p:cBhvr>
                                        <p:cTn id="44" dur="500" fill="hold"/>
                                        <p:tgtEl>
                                          <p:spTgt spid="10"/>
                                        </p:tgtEl>
                                        <p:attrNameLst>
                                          <p:attrName>fillcolor</p:attrName>
                                        </p:attrNameLst>
                                      </p:cBhvr>
                                      <p:by>
                                        <p:hsl h="0" s="12549" l="25098"/>
                                      </p:by>
                                    </p:animClr>
                                    <p:animClr clrSpc="hsl" dir="cw">
                                      <p:cBhvr>
                                        <p:cTn id="45" dur="500" fill="hold"/>
                                        <p:tgtEl>
                                          <p:spTgt spid="10"/>
                                        </p:tgtEl>
                                        <p:attrNameLst>
                                          <p:attrName>stroke.color</p:attrName>
                                        </p:attrNameLst>
                                      </p:cBhvr>
                                      <p:by>
                                        <p:hsl h="0" s="12549" l="25098"/>
                                      </p:by>
                                    </p:animClr>
                                    <p:set>
                                      <p:cBhvr>
                                        <p:cTn id="46" dur="500" fill="hold"/>
                                        <p:tgtEl>
                                          <p:spTgt spid="10"/>
                                        </p:tgtEl>
                                        <p:attrNameLst>
                                          <p:attrName>fill.type</p:attrName>
                                        </p:attrNameLst>
                                      </p:cBhvr>
                                      <p:to>
                                        <p:strVal val="solid"/>
                                      </p:to>
                                    </p:set>
                                  </p:childTnLst>
                                </p:cTn>
                              </p:par>
                              <p:par>
                                <p:cTn id="47" presetID="30" presetClass="emph" presetSubtype="0" fill="hold" grpId="0" nodeType="withEffect">
                                  <p:stCondLst>
                                    <p:cond delay="0"/>
                                  </p:stCondLst>
                                  <p:childTnLst>
                                    <p:animClr clrSpc="hsl" dir="cw">
                                      <p:cBhvr override="childStyle">
                                        <p:cTn id="48" dur="500" fill="hold"/>
                                        <p:tgtEl>
                                          <p:spTgt spid="11"/>
                                        </p:tgtEl>
                                        <p:attrNameLst>
                                          <p:attrName>style.color</p:attrName>
                                        </p:attrNameLst>
                                      </p:cBhvr>
                                      <p:by>
                                        <p:hsl h="0" s="12549" l="25098"/>
                                      </p:by>
                                    </p:animClr>
                                    <p:animClr clrSpc="hsl" dir="cw">
                                      <p:cBhvr>
                                        <p:cTn id="49" dur="500" fill="hold"/>
                                        <p:tgtEl>
                                          <p:spTgt spid="11"/>
                                        </p:tgtEl>
                                        <p:attrNameLst>
                                          <p:attrName>fillcolor</p:attrName>
                                        </p:attrNameLst>
                                      </p:cBhvr>
                                      <p:by>
                                        <p:hsl h="0" s="12549" l="25098"/>
                                      </p:by>
                                    </p:animClr>
                                    <p:animClr clrSpc="hsl" dir="cw">
                                      <p:cBhvr>
                                        <p:cTn id="50" dur="500" fill="hold"/>
                                        <p:tgtEl>
                                          <p:spTgt spid="11"/>
                                        </p:tgtEl>
                                        <p:attrNameLst>
                                          <p:attrName>stroke.color</p:attrName>
                                        </p:attrNameLst>
                                      </p:cBhvr>
                                      <p:by>
                                        <p:hsl h="0" s="12549" l="25098"/>
                                      </p:by>
                                    </p:animClr>
                                    <p:set>
                                      <p:cBhvr>
                                        <p:cTn id="51" dur="500" fill="hold"/>
                                        <p:tgtEl>
                                          <p:spTgt spid="11"/>
                                        </p:tgtEl>
                                        <p:attrNameLst>
                                          <p:attrName>fill.type</p:attrName>
                                        </p:attrNameLst>
                                      </p:cBhvr>
                                      <p:to>
                                        <p:strVal val="solid"/>
                                      </p:to>
                                    </p:set>
                                  </p:childTnLst>
                                </p:cTn>
                              </p:par>
                              <p:par>
                                <p:cTn id="52" presetID="30" presetClass="emph" presetSubtype="0" fill="hold" grpId="0" nodeType="withEffect">
                                  <p:stCondLst>
                                    <p:cond delay="0"/>
                                  </p:stCondLst>
                                  <p:childTnLst>
                                    <p:animClr clrSpc="hsl" dir="cw">
                                      <p:cBhvr override="childStyle">
                                        <p:cTn id="53" dur="500" fill="hold"/>
                                        <p:tgtEl>
                                          <p:spTgt spid="12"/>
                                        </p:tgtEl>
                                        <p:attrNameLst>
                                          <p:attrName>style.color</p:attrName>
                                        </p:attrNameLst>
                                      </p:cBhvr>
                                      <p:by>
                                        <p:hsl h="0" s="12549" l="25098"/>
                                      </p:by>
                                    </p:animClr>
                                    <p:animClr clrSpc="hsl" dir="cw">
                                      <p:cBhvr>
                                        <p:cTn id="54" dur="500" fill="hold"/>
                                        <p:tgtEl>
                                          <p:spTgt spid="12"/>
                                        </p:tgtEl>
                                        <p:attrNameLst>
                                          <p:attrName>fillcolor</p:attrName>
                                        </p:attrNameLst>
                                      </p:cBhvr>
                                      <p:by>
                                        <p:hsl h="0" s="12549" l="25098"/>
                                      </p:by>
                                    </p:animClr>
                                    <p:animClr clrSpc="hsl" dir="cw">
                                      <p:cBhvr>
                                        <p:cTn id="55" dur="500" fill="hold"/>
                                        <p:tgtEl>
                                          <p:spTgt spid="12"/>
                                        </p:tgtEl>
                                        <p:attrNameLst>
                                          <p:attrName>stroke.color</p:attrName>
                                        </p:attrNameLst>
                                      </p:cBhvr>
                                      <p:by>
                                        <p:hsl h="0" s="12549" l="25098"/>
                                      </p:by>
                                    </p:animClr>
                                    <p:set>
                                      <p:cBhvr>
                                        <p:cTn id="56" dur="500" fill="hold"/>
                                        <p:tgtEl>
                                          <p:spTgt spid="12"/>
                                        </p:tgtEl>
                                        <p:attrNameLst>
                                          <p:attrName>fill.type</p:attrName>
                                        </p:attrNameLst>
                                      </p:cBhvr>
                                      <p:to>
                                        <p:strVal val="solid"/>
                                      </p:to>
                                    </p:set>
                                  </p:childTnLst>
                                </p:cTn>
                              </p:par>
                              <p:par>
                                <p:cTn id="57" presetID="30" presetClass="emph" presetSubtype="0" fill="hold" grpId="0" nodeType="withEffect">
                                  <p:stCondLst>
                                    <p:cond delay="0"/>
                                  </p:stCondLst>
                                  <p:childTnLst>
                                    <p:animClr clrSpc="hsl" dir="cw">
                                      <p:cBhvr override="childStyle">
                                        <p:cTn id="58" dur="500" fill="hold"/>
                                        <p:tgtEl>
                                          <p:spTgt spid="13"/>
                                        </p:tgtEl>
                                        <p:attrNameLst>
                                          <p:attrName>style.color</p:attrName>
                                        </p:attrNameLst>
                                      </p:cBhvr>
                                      <p:by>
                                        <p:hsl h="0" s="12549" l="25098"/>
                                      </p:by>
                                    </p:animClr>
                                    <p:animClr clrSpc="hsl" dir="cw">
                                      <p:cBhvr>
                                        <p:cTn id="59" dur="500" fill="hold"/>
                                        <p:tgtEl>
                                          <p:spTgt spid="13"/>
                                        </p:tgtEl>
                                        <p:attrNameLst>
                                          <p:attrName>fillcolor</p:attrName>
                                        </p:attrNameLst>
                                      </p:cBhvr>
                                      <p:by>
                                        <p:hsl h="0" s="12549" l="25098"/>
                                      </p:by>
                                    </p:animClr>
                                    <p:animClr clrSpc="hsl" dir="cw">
                                      <p:cBhvr>
                                        <p:cTn id="60" dur="500" fill="hold"/>
                                        <p:tgtEl>
                                          <p:spTgt spid="13"/>
                                        </p:tgtEl>
                                        <p:attrNameLst>
                                          <p:attrName>stroke.color</p:attrName>
                                        </p:attrNameLst>
                                      </p:cBhvr>
                                      <p:by>
                                        <p:hsl h="0" s="12549" l="25098"/>
                                      </p:by>
                                    </p:animClr>
                                    <p:set>
                                      <p:cBhvr>
                                        <p:cTn id="61" dur="500" fill="hold"/>
                                        <p:tgtEl>
                                          <p:spTgt spid="13"/>
                                        </p:tgtEl>
                                        <p:attrNameLst>
                                          <p:attrName>fill.type</p:attrName>
                                        </p:attrNameLst>
                                      </p:cBhvr>
                                      <p:to>
                                        <p:strVal val="solid"/>
                                      </p:to>
                                    </p:set>
                                  </p:childTnLst>
                                </p:cTn>
                              </p:par>
                              <p:par>
                                <p:cTn id="62" presetID="30" presetClass="emph" presetSubtype="0" fill="hold" grpId="0" nodeType="withEffect">
                                  <p:stCondLst>
                                    <p:cond delay="0"/>
                                  </p:stCondLst>
                                  <p:childTnLst>
                                    <p:animClr clrSpc="hsl" dir="cw">
                                      <p:cBhvr override="childStyle">
                                        <p:cTn id="63" dur="500" fill="hold"/>
                                        <p:tgtEl>
                                          <p:spTgt spid="14"/>
                                        </p:tgtEl>
                                        <p:attrNameLst>
                                          <p:attrName>style.color</p:attrName>
                                        </p:attrNameLst>
                                      </p:cBhvr>
                                      <p:by>
                                        <p:hsl h="0" s="12549" l="25098"/>
                                      </p:by>
                                    </p:animClr>
                                    <p:animClr clrSpc="hsl" dir="cw">
                                      <p:cBhvr>
                                        <p:cTn id="64" dur="500" fill="hold"/>
                                        <p:tgtEl>
                                          <p:spTgt spid="14"/>
                                        </p:tgtEl>
                                        <p:attrNameLst>
                                          <p:attrName>fillcolor</p:attrName>
                                        </p:attrNameLst>
                                      </p:cBhvr>
                                      <p:by>
                                        <p:hsl h="0" s="12549" l="25098"/>
                                      </p:by>
                                    </p:animClr>
                                    <p:animClr clrSpc="hsl" dir="cw">
                                      <p:cBhvr>
                                        <p:cTn id="65" dur="500" fill="hold"/>
                                        <p:tgtEl>
                                          <p:spTgt spid="14"/>
                                        </p:tgtEl>
                                        <p:attrNameLst>
                                          <p:attrName>stroke.color</p:attrName>
                                        </p:attrNameLst>
                                      </p:cBhvr>
                                      <p:by>
                                        <p:hsl h="0" s="12549" l="25098"/>
                                      </p:by>
                                    </p:animClr>
                                    <p:set>
                                      <p:cBhvr>
                                        <p:cTn id="66" dur="500" fill="hold"/>
                                        <p:tgtEl>
                                          <p:spTgt spid="14"/>
                                        </p:tgtEl>
                                        <p:attrNameLst>
                                          <p:attrName>fill.type</p:attrName>
                                        </p:attrNameLst>
                                      </p:cBhvr>
                                      <p:to>
                                        <p:strVal val="solid"/>
                                      </p:to>
                                    </p:set>
                                  </p:childTnLst>
                                </p:cTn>
                              </p:par>
                              <p:par>
                                <p:cTn id="67" presetID="30" presetClass="emph" presetSubtype="0" fill="hold" grpId="0" nodeType="withEffect">
                                  <p:stCondLst>
                                    <p:cond delay="0"/>
                                  </p:stCondLst>
                                  <p:childTnLst>
                                    <p:animClr clrSpc="hsl" dir="cw">
                                      <p:cBhvr override="childStyle">
                                        <p:cTn id="68" dur="500" fill="hold"/>
                                        <p:tgtEl>
                                          <p:spTgt spid="15"/>
                                        </p:tgtEl>
                                        <p:attrNameLst>
                                          <p:attrName>style.color</p:attrName>
                                        </p:attrNameLst>
                                      </p:cBhvr>
                                      <p:by>
                                        <p:hsl h="0" s="12549" l="25098"/>
                                      </p:by>
                                    </p:animClr>
                                    <p:animClr clrSpc="hsl" dir="cw">
                                      <p:cBhvr>
                                        <p:cTn id="69" dur="500" fill="hold"/>
                                        <p:tgtEl>
                                          <p:spTgt spid="15"/>
                                        </p:tgtEl>
                                        <p:attrNameLst>
                                          <p:attrName>fillcolor</p:attrName>
                                        </p:attrNameLst>
                                      </p:cBhvr>
                                      <p:by>
                                        <p:hsl h="0" s="12549" l="25098"/>
                                      </p:by>
                                    </p:animClr>
                                    <p:animClr clrSpc="hsl" dir="cw">
                                      <p:cBhvr>
                                        <p:cTn id="70" dur="500" fill="hold"/>
                                        <p:tgtEl>
                                          <p:spTgt spid="15"/>
                                        </p:tgtEl>
                                        <p:attrNameLst>
                                          <p:attrName>stroke.color</p:attrName>
                                        </p:attrNameLst>
                                      </p:cBhvr>
                                      <p:by>
                                        <p:hsl h="0" s="12549" l="25098"/>
                                      </p:by>
                                    </p:animClr>
                                    <p:set>
                                      <p:cBhvr>
                                        <p:cTn id="71" dur="500" fill="hold"/>
                                        <p:tgtEl>
                                          <p:spTgt spid="15"/>
                                        </p:tgtEl>
                                        <p:attrNameLst>
                                          <p:attrName>fill.type</p:attrName>
                                        </p:attrNameLst>
                                      </p:cBhvr>
                                      <p:to>
                                        <p:strVal val="solid"/>
                                      </p:to>
                                    </p:set>
                                  </p:childTnLst>
                                </p:cTn>
                              </p:par>
                              <p:par>
                                <p:cTn id="72" presetID="30" presetClass="emph" presetSubtype="0" fill="hold" grpId="0" nodeType="withEffect">
                                  <p:stCondLst>
                                    <p:cond delay="0"/>
                                  </p:stCondLst>
                                  <p:childTnLst>
                                    <p:animClr clrSpc="hsl" dir="cw">
                                      <p:cBhvr override="childStyle">
                                        <p:cTn id="73" dur="500" fill="hold"/>
                                        <p:tgtEl>
                                          <p:spTgt spid="16"/>
                                        </p:tgtEl>
                                        <p:attrNameLst>
                                          <p:attrName>style.color</p:attrName>
                                        </p:attrNameLst>
                                      </p:cBhvr>
                                      <p:by>
                                        <p:hsl h="0" s="12549" l="25098"/>
                                      </p:by>
                                    </p:animClr>
                                    <p:animClr clrSpc="hsl" dir="cw">
                                      <p:cBhvr>
                                        <p:cTn id="74" dur="500" fill="hold"/>
                                        <p:tgtEl>
                                          <p:spTgt spid="16"/>
                                        </p:tgtEl>
                                        <p:attrNameLst>
                                          <p:attrName>fillcolor</p:attrName>
                                        </p:attrNameLst>
                                      </p:cBhvr>
                                      <p:by>
                                        <p:hsl h="0" s="12549" l="25098"/>
                                      </p:by>
                                    </p:animClr>
                                    <p:animClr clrSpc="hsl" dir="cw">
                                      <p:cBhvr>
                                        <p:cTn id="75" dur="500" fill="hold"/>
                                        <p:tgtEl>
                                          <p:spTgt spid="16"/>
                                        </p:tgtEl>
                                        <p:attrNameLst>
                                          <p:attrName>stroke.color</p:attrName>
                                        </p:attrNameLst>
                                      </p:cBhvr>
                                      <p:by>
                                        <p:hsl h="0" s="12549" l="25098"/>
                                      </p:by>
                                    </p:animClr>
                                    <p:set>
                                      <p:cBhvr>
                                        <p:cTn id="76" dur="500" fill="hold"/>
                                        <p:tgtEl>
                                          <p:spTgt spid="16"/>
                                        </p:tgtEl>
                                        <p:attrNameLst>
                                          <p:attrName>fill.type</p:attrName>
                                        </p:attrNameLst>
                                      </p:cBhvr>
                                      <p:to>
                                        <p:strVal val="solid"/>
                                      </p:to>
                                    </p:set>
                                  </p:childTnLst>
                                </p:cTn>
                              </p:par>
                              <p:par>
                                <p:cTn id="77" presetID="30" presetClass="emph" presetSubtype="0" fill="hold" grpId="0" nodeType="withEffect">
                                  <p:stCondLst>
                                    <p:cond delay="0"/>
                                  </p:stCondLst>
                                  <p:childTnLst>
                                    <p:animClr clrSpc="hsl" dir="cw">
                                      <p:cBhvr override="childStyle">
                                        <p:cTn id="78" dur="500" fill="hold"/>
                                        <p:tgtEl>
                                          <p:spTgt spid="17"/>
                                        </p:tgtEl>
                                        <p:attrNameLst>
                                          <p:attrName>style.color</p:attrName>
                                        </p:attrNameLst>
                                      </p:cBhvr>
                                      <p:by>
                                        <p:hsl h="0" s="12549" l="25098"/>
                                      </p:by>
                                    </p:animClr>
                                    <p:animClr clrSpc="hsl" dir="cw">
                                      <p:cBhvr>
                                        <p:cTn id="79" dur="500" fill="hold"/>
                                        <p:tgtEl>
                                          <p:spTgt spid="17"/>
                                        </p:tgtEl>
                                        <p:attrNameLst>
                                          <p:attrName>fillcolor</p:attrName>
                                        </p:attrNameLst>
                                      </p:cBhvr>
                                      <p:by>
                                        <p:hsl h="0" s="12549" l="25098"/>
                                      </p:by>
                                    </p:animClr>
                                    <p:animClr clrSpc="hsl" dir="cw">
                                      <p:cBhvr>
                                        <p:cTn id="80" dur="500" fill="hold"/>
                                        <p:tgtEl>
                                          <p:spTgt spid="17"/>
                                        </p:tgtEl>
                                        <p:attrNameLst>
                                          <p:attrName>stroke.color</p:attrName>
                                        </p:attrNameLst>
                                      </p:cBhvr>
                                      <p:by>
                                        <p:hsl h="0" s="12549" l="25098"/>
                                      </p:by>
                                    </p:animClr>
                                    <p:set>
                                      <p:cBhvr>
                                        <p:cTn id="81" dur="500" fill="hold"/>
                                        <p:tgtEl>
                                          <p:spTgt spid="17"/>
                                        </p:tgtEl>
                                        <p:attrNameLst>
                                          <p:attrName>fill.type</p:attrName>
                                        </p:attrNameLst>
                                      </p:cBhvr>
                                      <p:to>
                                        <p:strVal val="solid"/>
                                      </p:to>
                                    </p:set>
                                  </p:childTnLst>
                                </p:cTn>
                              </p:par>
                              <p:par>
                                <p:cTn id="82" presetID="30" presetClass="emph" presetSubtype="0" fill="hold" grpId="0" nodeType="withEffect">
                                  <p:stCondLst>
                                    <p:cond delay="0"/>
                                  </p:stCondLst>
                                  <p:childTnLst>
                                    <p:animClr clrSpc="hsl" dir="cw">
                                      <p:cBhvr override="childStyle">
                                        <p:cTn id="83" dur="500" fill="hold"/>
                                        <p:tgtEl>
                                          <p:spTgt spid="18"/>
                                        </p:tgtEl>
                                        <p:attrNameLst>
                                          <p:attrName>style.color</p:attrName>
                                        </p:attrNameLst>
                                      </p:cBhvr>
                                      <p:by>
                                        <p:hsl h="0" s="12549" l="25098"/>
                                      </p:by>
                                    </p:animClr>
                                    <p:animClr clrSpc="hsl" dir="cw">
                                      <p:cBhvr>
                                        <p:cTn id="84" dur="500" fill="hold"/>
                                        <p:tgtEl>
                                          <p:spTgt spid="18"/>
                                        </p:tgtEl>
                                        <p:attrNameLst>
                                          <p:attrName>fillcolor</p:attrName>
                                        </p:attrNameLst>
                                      </p:cBhvr>
                                      <p:by>
                                        <p:hsl h="0" s="12549" l="25098"/>
                                      </p:by>
                                    </p:animClr>
                                    <p:animClr clrSpc="hsl" dir="cw">
                                      <p:cBhvr>
                                        <p:cTn id="85" dur="500" fill="hold"/>
                                        <p:tgtEl>
                                          <p:spTgt spid="18"/>
                                        </p:tgtEl>
                                        <p:attrNameLst>
                                          <p:attrName>stroke.color</p:attrName>
                                        </p:attrNameLst>
                                      </p:cBhvr>
                                      <p:by>
                                        <p:hsl h="0" s="12549" l="25098"/>
                                      </p:by>
                                    </p:animClr>
                                    <p:set>
                                      <p:cBhvr>
                                        <p:cTn id="86" dur="500" fill="hold"/>
                                        <p:tgtEl>
                                          <p:spTgt spid="18"/>
                                        </p:tgtEl>
                                        <p:attrNameLst>
                                          <p:attrName>fill.type</p:attrName>
                                        </p:attrNameLst>
                                      </p:cBhvr>
                                      <p:to>
                                        <p:strVal val="solid"/>
                                      </p:to>
                                    </p:set>
                                  </p:childTnLst>
                                </p:cTn>
                              </p:par>
                              <p:par>
                                <p:cTn id="87" presetID="30" presetClass="emph" presetSubtype="0" fill="hold" grpId="0" nodeType="withEffect">
                                  <p:stCondLst>
                                    <p:cond delay="0"/>
                                  </p:stCondLst>
                                  <p:childTnLst>
                                    <p:animClr clrSpc="hsl" dir="cw">
                                      <p:cBhvr override="childStyle">
                                        <p:cTn id="88" dur="500" fill="hold"/>
                                        <p:tgtEl>
                                          <p:spTgt spid="19"/>
                                        </p:tgtEl>
                                        <p:attrNameLst>
                                          <p:attrName>style.color</p:attrName>
                                        </p:attrNameLst>
                                      </p:cBhvr>
                                      <p:by>
                                        <p:hsl h="0" s="12549" l="25098"/>
                                      </p:by>
                                    </p:animClr>
                                    <p:animClr clrSpc="hsl" dir="cw">
                                      <p:cBhvr>
                                        <p:cTn id="89" dur="500" fill="hold"/>
                                        <p:tgtEl>
                                          <p:spTgt spid="19"/>
                                        </p:tgtEl>
                                        <p:attrNameLst>
                                          <p:attrName>fillcolor</p:attrName>
                                        </p:attrNameLst>
                                      </p:cBhvr>
                                      <p:by>
                                        <p:hsl h="0" s="12549" l="25098"/>
                                      </p:by>
                                    </p:animClr>
                                    <p:animClr clrSpc="hsl" dir="cw">
                                      <p:cBhvr>
                                        <p:cTn id="90" dur="500" fill="hold"/>
                                        <p:tgtEl>
                                          <p:spTgt spid="19"/>
                                        </p:tgtEl>
                                        <p:attrNameLst>
                                          <p:attrName>stroke.color</p:attrName>
                                        </p:attrNameLst>
                                      </p:cBhvr>
                                      <p:by>
                                        <p:hsl h="0" s="12549" l="25098"/>
                                      </p:by>
                                    </p:animClr>
                                    <p:set>
                                      <p:cBhvr>
                                        <p:cTn id="91" dur="500" fill="hold"/>
                                        <p:tgtEl>
                                          <p:spTgt spid="19"/>
                                        </p:tgtEl>
                                        <p:attrNameLst>
                                          <p:attrName>fill.type</p:attrName>
                                        </p:attrNameLst>
                                      </p:cBhvr>
                                      <p:to>
                                        <p:strVal val="solid"/>
                                      </p:to>
                                    </p:set>
                                  </p:childTnLst>
                                </p:cTn>
                              </p:par>
                              <p:par>
                                <p:cTn id="92" presetID="30" presetClass="emph" presetSubtype="0" fill="hold" grpId="0" nodeType="withEffect">
                                  <p:stCondLst>
                                    <p:cond delay="0"/>
                                  </p:stCondLst>
                                  <p:childTnLst>
                                    <p:animClr clrSpc="hsl" dir="cw">
                                      <p:cBhvr override="childStyle">
                                        <p:cTn id="93" dur="500" fill="hold"/>
                                        <p:tgtEl>
                                          <p:spTgt spid="20"/>
                                        </p:tgtEl>
                                        <p:attrNameLst>
                                          <p:attrName>style.color</p:attrName>
                                        </p:attrNameLst>
                                      </p:cBhvr>
                                      <p:by>
                                        <p:hsl h="0" s="12549" l="25098"/>
                                      </p:by>
                                    </p:animClr>
                                    <p:animClr clrSpc="hsl" dir="cw">
                                      <p:cBhvr>
                                        <p:cTn id="94" dur="500" fill="hold"/>
                                        <p:tgtEl>
                                          <p:spTgt spid="20"/>
                                        </p:tgtEl>
                                        <p:attrNameLst>
                                          <p:attrName>fillcolor</p:attrName>
                                        </p:attrNameLst>
                                      </p:cBhvr>
                                      <p:by>
                                        <p:hsl h="0" s="12549" l="25098"/>
                                      </p:by>
                                    </p:animClr>
                                    <p:animClr clrSpc="hsl" dir="cw">
                                      <p:cBhvr>
                                        <p:cTn id="95" dur="500" fill="hold"/>
                                        <p:tgtEl>
                                          <p:spTgt spid="20"/>
                                        </p:tgtEl>
                                        <p:attrNameLst>
                                          <p:attrName>stroke.color</p:attrName>
                                        </p:attrNameLst>
                                      </p:cBhvr>
                                      <p:by>
                                        <p:hsl h="0" s="12549" l="25098"/>
                                      </p:by>
                                    </p:animClr>
                                    <p:set>
                                      <p:cBhvr>
                                        <p:cTn id="96" dur="500" fill="hold"/>
                                        <p:tgtEl>
                                          <p:spTgt spid="20"/>
                                        </p:tgtEl>
                                        <p:attrNameLst>
                                          <p:attrName>fill.type</p:attrName>
                                        </p:attrNameLst>
                                      </p:cBhvr>
                                      <p:to>
                                        <p:strVal val="solid"/>
                                      </p:to>
                                    </p:set>
                                  </p:childTnLst>
                                </p:cTn>
                              </p:par>
                              <p:par>
                                <p:cTn id="97" presetID="30" presetClass="emph" presetSubtype="0" fill="hold" grpId="0" nodeType="withEffect">
                                  <p:stCondLst>
                                    <p:cond delay="0"/>
                                  </p:stCondLst>
                                  <p:childTnLst>
                                    <p:animClr clrSpc="hsl" dir="cw">
                                      <p:cBhvr override="childStyle">
                                        <p:cTn id="98" dur="500" fill="hold"/>
                                        <p:tgtEl>
                                          <p:spTgt spid="21"/>
                                        </p:tgtEl>
                                        <p:attrNameLst>
                                          <p:attrName>style.color</p:attrName>
                                        </p:attrNameLst>
                                      </p:cBhvr>
                                      <p:by>
                                        <p:hsl h="0" s="12549" l="25098"/>
                                      </p:by>
                                    </p:animClr>
                                    <p:animClr clrSpc="hsl" dir="cw">
                                      <p:cBhvr>
                                        <p:cTn id="99" dur="500" fill="hold"/>
                                        <p:tgtEl>
                                          <p:spTgt spid="21"/>
                                        </p:tgtEl>
                                        <p:attrNameLst>
                                          <p:attrName>fillcolor</p:attrName>
                                        </p:attrNameLst>
                                      </p:cBhvr>
                                      <p:by>
                                        <p:hsl h="0" s="12549" l="25098"/>
                                      </p:by>
                                    </p:animClr>
                                    <p:animClr clrSpc="hsl" dir="cw">
                                      <p:cBhvr>
                                        <p:cTn id="100" dur="500" fill="hold"/>
                                        <p:tgtEl>
                                          <p:spTgt spid="21"/>
                                        </p:tgtEl>
                                        <p:attrNameLst>
                                          <p:attrName>stroke.color</p:attrName>
                                        </p:attrNameLst>
                                      </p:cBhvr>
                                      <p:by>
                                        <p:hsl h="0" s="12549" l="25098"/>
                                      </p:by>
                                    </p:animClr>
                                    <p:set>
                                      <p:cBhvr>
                                        <p:cTn id="101" dur="500" fill="hold"/>
                                        <p:tgtEl>
                                          <p:spTgt spid="21"/>
                                        </p:tgtEl>
                                        <p:attrNameLst>
                                          <p:attrName>fill.type</p:attrName>
                                        </p:attrNameLst>
                                      </p:cBhvr>
                                      <p:to>
                                        <p:strVal val="solid"/>
                                      </p:to>
                                    </p:set>
                                  </p:childTnLst>
                                </p:cTn>
                              </p:par>
                              <p:par>
                                <p:cTn id="102" presetID="30" presetClass="emph" presetSubtype="0" fill="hold" grpId="0" nodeType="withEffect">
                                  <p:stCondLst>
                                    <p:cond delay="0"/>
                                  </p:stCondLst>
                                  <p:childTnLst>
                                    <p:animClr clrSpc="hsl" dir="cw">
                                      <p:cBhvr override="childStyle">
                                        <p:cTn id="103" dur="500" fill="hold"/>
                                        <p:tgtEl>
                                          <p:spTgt spid="22"/>
                                        </p:tgtEl>
                                        <p:attrNameLst>
                                          <p:attrName>style.color</p:attrName>
                                        </p:attrNameLst>
                                      </p:cBhvr>
                                      <p:by>
                                        <p:hsl h="0" s="12549" l="25098"/>
                                      </p:by>
                                    </p:animClr>
                                    <p:animClr clrSpc="hsl" dir="cw">
                                      <p:cBhvr>
                                        <p:cTn id="104" dur="500" fill="hold"/>
                                        <p:tgtEl>
                                          <p:spTgt spid="22"/>
                                        </p:tgtEl>
                                        <p:attrNameLst>
                                          <p:attrName>fillcolor</p:attrName>
                                        </p:attrNameLst>
                                      </p:cBhvr>
                                      <p:by>
                                        <p:hsl h="0" s="12549" l="25098"/>
                                      </p:by>
                                    </p:animClr>
                                    <p:animClr clrSpc="hsl" dir="cw">
                                      <p:cBhvr>
                                        <p:cTn id="105" dur="500" fill="hold"/>
                                        <p:tgtEl>
                                          <p:spTgt spid="22"/>
                                        </p:tgtEl>
                                        <p:attrNameLst>
                                          <p:attrName>stroke.color</p:attrName>
                                        </p:attrNameLst>
                                      </p:cBhvr>
                                      <p:by>
                                        <p:hsl h="0" s="12549" l="25098"/>
                                      </p:by>
                                    </p:animClr>
                                    <p:set>
                                      <p:cBhvr>
                                        <p:cTn id="106" dur="500" fill="hold"/>
                                        <p:tgtEl>
                                          <p:spTgt spid="22"/>
                                        </p:tgtEl>
                                        <p:attrNameLst>
                                          <p:attrName>fill.type</p:attrName>
                                        </p:attrNameLst>
                                      </p:cBhvr>
                                      <p:to>
                                        <p:strVal val="solid"/>
                                      </p:to>
                                    </p:set>
                                  </p:childTnLst>
                                </p:cTn>
                              </p:par>
                              <p:par>
                                <p:cTn id="107" presetID="30" presetClass="emph" presetSubtype="0" fill="hold" grpId="0" nodeType="withEffect">
                                  <p:stCondLst>
                                    <p:cond delay="0"/>
                                  </p:stCondLst>
                                  <p:childTnLst>
                                    <p:animClr clrSpc="hsl" dir="cw">
                                      <p:cBhvr override="childStyle">
                                        <p:cTn id="108" dur="500" fill="hold"/>
                                        <p:tgtEl>
                                          <p:spTgt spid="23"/>
                                        </p:tgtEl>
                                        <p:attrNameLst>
                                          <p:attrName>style.color</p:attrName>
                                        </p:attrNameLst>
                                      </p:cBhvr>
                                      <p:by>
                                        <p:hsl h="0" s="12549" l="25098"/>
                                      </p:by>
                                    </p:animClr>
                                    <p:animClr clrSpc="hsl" dir="cw">
                                      <p:cBhvr>
                                        <p:cTn id="109" dur="500" fill="hold"/>
                                        <p:tgtEl>
                                          <p:spTgt spid="23"/>
                                        </p:tgtEl>
                                        <p:attrNameLst>
                                          <p:attrName>fillcolor</p:attrName>
                                        </p:attrNameLst>
                                      </p:cBhvr>
                                      <p:by>
                                        <p:hsl h="0" s="12549" l="25098"/>
                                      </p:by>
                                    </p:animClr>
                                    <p:animClr clrSpc="hsl" dir="cw">
                                      <p:cBhvr>
                                        <p:cTn id="110" dur="500" fill="hold"/>
                                        <p:tgtEl>
                                          <p:spTgt spid="23"/>
                                        </p:tgtEl>
                                        <p:attrNameLst>
                                          <p:attrName>stroke.color</p:attrName>
                                        </p:attrNameLst>
                                      </p:cBhvr>
                                      <p:by>
                                        <p:hsl h="0" s="12549" l="25098"/>
                                      </p:by>
                                    </p:animClr>
                                    <p:set>
                                      <p:cBhvr>
                                        <p:cTn id="111" dur="500" fill="hold"/>
                                        <p:tgtEl>
                                          <p:spTgt spid="2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Objectif et public cible</a:t>
            </a:r>
            <a:endParaRPr lang="en-US" sz="2200" dirty="0"/>
          </a:p>
        </p:txBody>
      </p:sp>
      <p:sp>
        <p:nvSpPr>
          <p:cNvPr id="4" name="Shape 2"/>
          <p:cNvSpPr/>
          <p:nvPr/>
        </p:nvSpPr>
        <p:spPr>
          <a:xfrm>
            <a:off x="320040" y="868680"/>
            <a:ext cx="8503920" cy="777240"/>
          </a:xfrm>
          <a:prstGeom prst="roundRect">
            <a:avLst>
              <a:gd name="adj" fmla="val 10588"/>
            </a:avLst>
          </a:prstGeom>
          <a:solidFill>
            <a:srgbClr val="0D6EFD"/>
          </a:solidFill>
          <a:ln w="12700">
            <a:solidFill>
              <a:srgbClr val="0D6EFD"/>
            </a:solidFill>
            <a:prstDash val="solid"/>
          </a:ln>
        </p:spPr>
        <p:txBody>
          <a:bodyPr/>
          <a:lstStyle/>
          <a:p>
            <a:endParaRPr lang="fr-FR"/>
          </a:p>
        </p:txBody>
      </p:sp>
      <p:sp>
        <p:nvSpPr>
          <p:cNvPr id="5" name="Text 3"/>
          <p:cNvSpPr/>
          <p:nvPr/>
        </p:nvSpPr>
        <p:spPr>
          <a:xfrm>
            <a:off x="320040" y="868680"/>
            <a:ext cx="8503920" cy="777240"/>
          </a:xfrm>
          <a:prstGeom prst="rect">
            <a:avLst/>
          </a:prstGeom>
          <a:noFill/>
          <a:ln/>
        </p:spPr>
        <p:txBody>
          <a:bodyPr wrap="square" lIns="0" tIns="17780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Objectif : Concevoir et développer un site vitrine complet présentant la plateforme AfriTalent.</a:t>
            </a:r>
            <a:endParaRPr lang="en-US" sz="1350" dirty="0"/>
          </a:p>
        </p:txBody>
      </p:sp>
      <p:sp>
        <p:nvSpPr>
          <p:cNvPr id="6" name="Shape 4"/>
          <p:cNvSpPr/>
          <p:nvPr/>
        </p:nvSpPr>
        <p:spPr>
          <a:xfrm>
            <a:off x="320040" y="1920240"/>
            <a:ext cx="2743200" cy="283464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7" name="Shape 5"/>
          <p:cNvSpPr/>
          <p:nvPr/>
        </p:nvSpPr>
        <p:spPr>
          <a:xfrm>
            <a:off x="1325880" y="2057400"/>
            <a:ext cx="731520" cy="731520"/>
          </a:xfrm>
          <a:prstGeom prst="ellipse">
            <a:avLst/>
          </a:prstGeom>
          <a:solidFill>
            <a:srgbClr val="0A58CA"/>
          </a:solidFill>
          <a:ln w="12700">
            <a:solidFill>
              <a:srgbClr val="0A58CA"/>
            </a:solidFill>
            <a:prstDash val="solid"/>
          </a:ln>
        </p:spPr>
        <p:txBody>
          <a:bodyPr/>
          <a:lstStyle/>
          <a:p>
            <a:endParaRPr lang="fr-FR"/>
          </a:p>
        </p:txBody>
      </p:sp>
      <p:sp>
        <p:nvSpPr>
          <p:cNvPr id="8" name="Text 6"/>
          <p:cNvSpPr/>
          <p:nvPr/>
        </p:nvSpPr>
        <p:spPr>
          <a:xfrm>
            <a:off x="1325880" y="2057400"/>
            <a:ext cx="731520" cy="7315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320040" y="2880360"/>
            <a:ext cx="2743200" cy="320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Public cible</a:t>
            </a:r>
            <a:endParaRPr lang="en-US" sz="1000" dirty="0"/>
          </a:p>
        </p:txBody>
      </p:sp>
      <p:sp>
        <p:nvSpPr>
          <p:cNvPr id="10" name="Text 8"/>
          <p:cNvSpPr/>
          <p:nvPr/>
        </p:nvSpPr>
        <p:spPr>
          <a:xfrm>
            <a:off x="320040" y="3200400"/>
            <a:ext cx="2743200" cy="411480"/>
          </a:xfrm>
          <a:prstGeom prst="rect">
            <a:avLst/>
          </a:prstGeom>
          <a:noFill/>
          <a:ln/>
        </p:spPr>
        <p:txBody>
          <a:bodyPr wrap="square"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Freelances Tech</a:t>
            </a:r>
            <a:endParaRPr lang="en-US" sz="1400" dirty="0"/>
          </a:p>
        </p:txBody>
      </p:sp>
      <p:sp>
        <p:nvSpPr>
          <p:cNvPr id="11" name="Text 9"/>
          <p:cNvSpPr/>
          <p:nvPr/>
        </p:nvSpPr>
        <p:spPr>
          <a:xfrm>
            <a:off x="457200" y="3657600"/>
            <a:ext cx="2468880" cy="960120"/>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Développeurs, designers, marketeurs et autres professionnels indépendants.</a:t>
            </a:r>
            <a:endParaRPr lang="en-US" sz="1150" dirty="0"/>
          </a:p>
        </p:txBody>
      </p:sp>
      <p:sp>
        <p:nvSpPr>
          <p:cNvPr id="12" name="Shape 10"/>
          <p:cNvSpPr/>
          <p:nvPr/>
        </p:nvSpPr>
        <p:spPr>
          <a:xfrm>
            <a:off x="3246120" y="1920240"/>
            <a:ext cx="2743200" cy="283464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3" name="Shape 11"/>
          <p:cNvSpPr/>
          <p:nvPr/>
        </p:nvSpPr>
        <p:spPr>
          <a:xfrm>
            <a:off x="4251960" y="2057400"/>
            <a:ext cx="731520" cy="731520"/>
          </a:xfrm>
          <a:prstGeom prst="ellipse">
            <a:avLst/>
          </a:prstGeom>
          <a:solidFill>
            <a:srgbClr val="E25C38"/>
          </a:solidFill>
          <a:ln w="12700">
            <a:solidFill>
              <a:srgbClr val="E25C38"/>
            </a:solidFill>
            <a:prstDash val="solid"/>
          </a:ln>
        </p:spPr>
        <p:txBody>
          <a:bodyPr/>
          <a:lstStyle/>
          <a:p>
            <a:endParaRPr lang="fr-FR"/>
          </a:p>
        </p:txBody>
      </p:sp>
      <p:sp>
        <p:nvSpPr>
          <p:cNvPr id="14" name="Text 12"/>
          <p:cNvSpPr/>
          <p:nvPr/>
        </p:nvSpPr>
        <p:spPr>
          <a:xfrm>
            <a:off x="4251960" y="2057400"/>
            <a:ext cx="731520" cy="7315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3246120" y="2880360"/>
            <a:ext cx="2743200" cy="320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Public cible</a:t>
            </a:r>
            <a:endParaRPr lang="en-US" sz="1000" dirty="0"/>
          </a:p>
        </p:txBody>
      </p:sp>
      <p:sp>
        <p:nvSpPr>
          <p:cNvPr id="16" name="Text 14"/>
          <p:cNvSpPr/>
          <p:nvPr/>
        </p:nvSpPr>
        <p:spPr>
          <a:xfrm>
            <a:off x="3246120" y="3200400"/>
            <a:ext cx="2743200" cy="411480"/>
          </a:xfrm>
          <a:prstGeom prst="rect">
            <a:avLst/>
          </a:prstGeom>
          <a:noFill/>
          <a:ln/>
        </p:spPr>
        <p:txBody>
          <a:bodyPr wrap="square"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Entreprises africaines</a:t>
            </a:r>
            <a:endParaRPr lang="en-US" sz="1400" dirty="0"/>
          </a:p>
        </p:txBody>
      </p:sp>
      <p:sp>
        <p:nvSpPr>
          <p:cNvPr id="17" name="Text 15"/>
          <p:cNvSpPr/>
          <p:nvPr/>
        </p:nvSpPr>
        <p:spPr>
          <a:xfrm>
            <a:off x="3383280" y="3657600"/>
            <a:ext cx="2468880" cy="960120"/>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Recruteurs et entreprises à la recherche de talents qualifiés.</a:t>
            </a:r>
            <a:endParaRPr lang="en-US" sz="1150" dirty="0"/>
          </a:p>
        </p:txBody>
      </p:sp>
      <p:sp>
        <p:nvSpPr>
          <p:cNvPr id="18" name="Shape 16"/>
          <p:cNvSpPr/>
          <p:nvPr/>
        </p:nvSpPr>
        <p:spPr>
          <a:xfrm>
            <a:off x="6172200" y="1920240"/>
            <a:ext cx="2743200" cy="283464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9" name="Shape 17"/>
          <p:cNvSpPr/>
          <p:nvPr/>
        </p:nvSpPr>
        <p:spPr>
          <a:xfrm>
            <a:off x="7178040" y="2057400"/>
            <a:ext cx="731520" cy="731520"/>
          </a:xfrm>
          <a:prstGeom prst="ellipse">
            <a:avLst/>
          </a:prstGeom>
          <a:solidFill>
            <a:srgbClr val="0A58CA"/>
          </a:solidFill>
          <a:ln w="12700">
            <a:solidFill>
              <a:srgbClr val="0A58CA"/>
            </a:solidFill>
            <a:prstDash val="solid"/>
          </a:ln>
        </p:spPr>
        <p:txBody>
          <a:bodyPr/>
          <a:lstStyle/>
          <a:p>
            <a:endParaRPr lang="fr-FR"/>
          </a:p>
        </p:txBody>
      </p:sp>
      <p:sp>
        <p:nvSpPr>
          <p:cNvPr id="20" name="Text 18"/>
          <p:cNvSpPr/>
          <p:nvPr/>
        </p:nvSpPr>
        <p:spPr>
          <a:xfrm>
            <a:off x="7178040" y="2057400"/>
            <a:ext cx="731520" cy="7315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6172200" y="2880360"/>
            <a:ext cx="2743200" cy="320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Public cible</a:t>
            </a:r>
            <a:endParaRPr lang="en-US" sz="1000" dirty="0"/>
          </a:p>
        </p:txBody>
      </p:sp>
      <p:sp>
        <p:nvSpPr>
          <p:cNvPr id="22" name="Text 20"/>
          <p:cNvSpPr/>
          <p:nvPr/>
        </p:nvSpPr>
        <p:spPr>
          <a:xfrm>
            <a:off x="6172200" y="3200400"/>
            <a:ext cx="2743200" cy="411480"/>
          </a:xfrm>
          <a:prstGeom prst="rect">
            <a:avLst/>
          </a:prstGeom>
          <a:noFill/>
          <a:ln/>
        </p:spPr>
        <p:txBody>
          <a:bodyPr wrap="square"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Travailleurs indépendants</a:t>
            </a:r>
            <a:endParaRPr lang="en-US" sz="1400" dirty="0"/>
          </a:p>
        </p:txBody>
      </p:sp>
      <p:sp>
        <p:nvSpPr>
          <p:cNvPr id="23" name="Text 21"/>
          <p:cNvSpPr/>
          <p:nvPr/>
        </p:nvSpPr>
        <p:spPr>
          <a:xfrm>
            <a:off x="6309360" y="3657600"/>
            <a:ext cx="2468880" cy="960120"/>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Toute personne souhaitant travailler en freelance en Afrique.</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80">
                                          <p:stCondLst>
                                            <p:cond delay="0"/>
                                          </p:stCondLst>
                                        </p:cTn>
                                        <p:tgtEl>
                                          <p:spTgt spid="7"/>
                                        </p:tgtEl>
                                      </p:cBhvr>
                                    </p:animEffect>
                                    <p:anim calcmode="lin" valueType="num">
                                      <p:cBhvr>
                                        <p:cTn id="2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7" dur="26">
                                          <p:stCondLst>
                                            <p:cond delay="650"/>
                                          </p:stCondLst>
                                        </p:cTn>
                                        <p:tgtEl>
                                          <p:spTgt spid="7"/>
                                        </p:tgtEl>
                                      </p:cBhvr>
                                      <p:to x="100000" y="60000"/>
                                    </p:animScale>
                                    <p:animScale>
                                      <p:cBhvr>
                                        <p:cTn id="28" dur="166" decel="50000">
                                          <p:stCondLst>
                                            <p:cond delay="676"/>
                                          </p:stCondLst>
                                        </p:cTn>
                                        <p:tgtEl>
                                          <p:spTgt spid="7"/>
                                        </p:tgtEl>
                                      </p:cBhvr>
                                      <p:to x="100000" y="100000"/>
                                    </p:animScale>
                                    <p:animScale>
                                      <p:cBhvr>
                                        <p:cTn id="29" dur="26">
                                          <p:stCondLst>
                                            <p:cond delay="1312"/>
                                          </p:stCondLst>
                                        </p:cTn>
                                        <p:tgtEl>
                                          <p:spTgt spid="7"/>
                                        </p:tgtEl>
                                      </p:cBhvr>
                                      <p:to x="100000" y="80000"/>
                                    </p:animScale>
                                    <p:animScale>
                                      <p:cBhvr>
                                        <p:cTn id="30" dur="166" decel="50000">
                                          <p:stCondLst>
                                            <p:cond delay="1338"/>
                                          </p:stCondLst>
                                        </p:cTn>
                                        <p:tgtEl>
                                          <p:spTgt spid="7"/>
                                        </p:tgtEl>
                                      </p:cBhvr>
                                      <p:to x="100000" y="100000"/>
                                    </p:animScale>
                                    <p:animScale>
                                      <p:cBhvr>
                                        <p:cTn id="31" dur="26">
                                          <p:stCondLst>
                                            <p:cond delay="1642"/>
                                          </p:stCondLst>
                                        </p:cTn>
                                        <p:tgtEl>
                                          <p:spTgt spid="7"/>
                                        </p:tgtEl>
                                      </p:cBhvr>
                                      <p:to x="100000" y="90000"/>
                                    </p:animScale>
                                    <p:animScale>
                                      <p:cBhvr>
                                        <p:cTn id="32" dur="166" decel="50000">
                                          <p:stCondLst>
                                            <p:cond delay="1668"/>
                                          </p:stCondLst>
                                        </p:cTn>
                                        <p:tgtEl>
                                          <p:spTgt spid="7"/>
                                        </p:tgtEl>
                                      </p:cBhvr>
                                      <p:to x="100000" y="100000"/>
                                    </p:animScale>
                                    <p:animScale>
                                      <p:cBhvr>
                                        <p:cTn id="33" dur="26">
                                          <p:stCondLst>
                                            <p:cond delay="1808"/>
                                          </p:stCondLst>
                                        </p:cTn>
                                        <p:tgtEl>
                                          <p:spTgt spid="7"/>
                                        </p:tgtEl>
                                      </p:cBhvr>
                                      <p:to x="100000" y="95000"/>
                                    </p:animScale>
                                    <p:animScale>
                                      <p:cBhvr>
                                        <p:cTn id="34" dur="166" decel="50000">
                                          <p:stCondLst>
                                            <p:cond delay="1834"/>
                                          </p:stCondLst>
                                        </p:cTn>
                                        <p:tgtEl>
                                          <p:spTgt spid="7"/>
                                        </p:tgtEl>
                                      </p:cBhvr>
                                      <p:to x="100000" y="100000"/>
                                    </p:animScale>
                                  </p:childTnLst>
                                </p:cTn>
                              </p:par>
                              <p:par>
                                <p:cTn id="35" presetID="26"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80">
                                          <p:stCondLst>
                                            <p:cond delay="0"/>
                                          </p:stCondLst>
                                        </p:cTn>
                                        <p:tgtEl>
                                          <p:spTgt spid="8"/>
                                        </p:tgtEl>
                                      </p:cBhvr>
                                    </p:animEffect>
                                    <p:anim calcmode="lin" valueType="num">
                                      <p:cBhvr>
                                        <p:cTn id="3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3" dur="26">
                                          <p:stCondLst>
                                            <p:cond delay="650"/>
                                          </p:stCondLst>
                                        </p:cTn>
                                        <p:tgtEl>
                                          <p:spTgt spid="8"/>
                                        </p:tgtEl>
                                      </p:cBhvr>
                                      <p:to x="100000" y="60000"/>
                                    </p:animScale>
                                    <p:animScale>
                                      <p:cBhvr>
                                        <p:cTn id="44" dur="166" decel="50000">
                                          <p:stCondLst>
                                            <p:cond delay="676"/>
                                          </p:stCondLst>
                                        </p:cTn>
                                        <p:tgtEl>
                                          <p:spTgt spid="8"/>
                                        </p:tgtEl>
                                      </p:cBhvr>
                                      <p:to x="100000" y="100000"/>
                                    </p:animScale>
                                    <p:animScale>
                                      <p:cBhvr>
                                        <p:cTn id="45" dur="26">
                                          <p:stCondLst>
                                            <p:cond delay="1312"/>
                                          </p:stCondLst>
                                        </p:cTn>
                                        <p:tgtEl>
                                          <p:spTgt spid="8"/>
                                        </p:tgtEl>
                                      </p:cBhvr>
                                      <p:to x="100000" y="80000"/>
                                    </p:animScale>
                                    <p:animScale>
                                      <p:cBhvr>
                                        <p:cTn id="46" dur="166" decel="50000">
                                          <p:stCondLst>
                                            <p:cond delay="1338"/>
                                          </p:stCondLst>
                                        </p:cTn>
                                        <p:tgtEl>
                                          <p:spTgt spid="8"/>
                                        </p:tgtEl>
                                      </p:cBhvr>
                                      <p:to x="100000" y="100000"/>
                                    </p:animScale>
                                    <p:animScale>
                                      <p:cBhvr>
                                        <p:cTn id="47" dur="26">
                                          <p:stCondLst>
                                            <p:cond delay="1642"/>
                                          </p:stCondLst>
                                        </p:cTn>
                                        <p:tgtEl>
                                          <p:spTgt spid="8"/>
                                        </p:tgtEl>
                                      </p:cBhvr>
                                      <p:to x="100000" y="90000"/>
                                    </p:animScale>
                                    <p:animScale>
                                      <p:cBhvr>
                                        <p:cTn id="48" dur="166" decel="50000">
                                          <p:stCondLst>
                                            <p:cond delay="1668"/>
                                          </p:stCondLst>
                                        </p:cTn>
                                        <p:tgtEl>
                                          <p:spTgt spid="8"/>
                                        </p:tgtEl>
                                      </p:cBhvr>
                                      <p:to x="100000" y="100000"/>
                                    </p:animScale>
                                    <p:animScale>
                                      <p:cBhvr>
                                        <p:cTn id="49" dur="26">
                                          <p:stCondLst>
                                            <p:cond delay="1808"/>
                                          </p:stCondLst>
                                        </p:cTn>
                                        <p:tgtEl>
                                          <p:spTgt spid="8"/>
                                        </p:tgtEl>
                                      </p:cBhvr>
                                      <p:to x="100000" y="95000"/>
                                    </p:animScale>
                                    <p:animScale>
                                      <p:cBhvr>
                                        <p:cTn id="50" dur="166" decel="50000">
                                          <p:stCondLst>
                                            <p:cond delay="1834"/>
                                          </p:stCondLst>
                                        </p:cTn>
                                        <p:tgtEl>
                                          <p:spTgt spid="8"/>
                                        </p:tgtEl>
                                      </p:cBhvr>
                                      <p:to x="100000" y="100000"/>
                                    </p:animScale>
                                  </p:childTnLst>
                                </p:cTn>
                              </p:par>
                              <p:par>
                                <p:cTn id="51" presetID="26"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down)">
                                      <p:cBhvr>
                                        <p:cTn id="53" dur="580">
                                          <p:stCondLst>
                                            <p:cond delay="0"/>
                                          </p:stCondLst>
                                        </p:cTn>
                                        <p:tgtEl>
                                          <p:spTgt spid="11"/>
                                        </p:tgtEl>
                                      </p:cBhvr>
                                    </p:animEffect>
                                    <p:anim calcmode="lin" valueType="num">
                                      <p:cBhvr>
                                        <p:cTn id="5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5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5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5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5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59" dur="26">
                                          <p:stCondLst>
                                            <p:cond delay="650"/>
                                          </p:stCondLst>
                                        </p:cTn>
                                        <p:tgtEl>
                                          <p:spTgt spid="11"/>
                                        </p:tgtEl>
                                      </p:cBhvr>
                                      <p:to x="100000" y="60000"/>
                                    </p:animScale>
                                    <p:animScale>
                                      <p:cBhvr>
                                        <p:cTn id="60" dur="166" decel="50000">
                                          <p:stCondLst>
                                            <p:cond delay="676"/>
                                          </p:stCondLst>
                                        </p:cTn>
                                        <p:tgtEl>
                                          <p:spTgt spid="11"/>
                                        </p:tgtEl>
                                      </p:cBhvr>
                                      <p:to x="100000" y="100000"/>
                                    </p:animScale>
                                    <p:animScale>
                                      <p:cBhvr>
                                        <p:cTn id="61" dur="26">
                                          <p:stCondLst>
                                            <p:cond delay="1312"/>
                                          </p:stCondLst>
                                        </p:cTn>
                                        <p:tgtEl>
                                          <p:spTgt spid="11"/>
                                        </p:tgtEl>
                                      </p:cBhvr>
                                      <p:to x="100000" y="80000"/>
                                    </p:animScale>
                                    <p:animScale>
                                      <p:cBhvr>
                                        <p:cTn id="62" dur="166" decel="50000">
                                          <p:stCondLst>
                                            <p:cond delay="1338"/>
                                          </p:stCondLst>
                                        </p:cTn>
                                        <p:tgtEl>
                                          <p:spTgt spid="11"/>
                                        </p:tgtEl>
                                      </p:cBhvr>
                                      <p:to x="100000" y="100000"/>
                                    </p:animScale>
                                    <p:animScale>
                                      <p:cBhvr>
                                        <p:cTn id="63" dur="26">
                                          <p:stCondLst>
                                            <p:cond delay="1642"/>
                                          </p:stCondLst>
                                        </p:cTn>
                                        <p:tgtEl>
                                          <p:spTgt spid="11"/>
                                        </p:tgtEl>
                                      </p:cBhvr>
                                      <p:to x="100000" y="90000"/>
                                    </p:animScale>
                                    <p:animScale>
                                      <p:cBhvr>
                                        <p:cTn id="64" dur="166" decel="50000">
                                          <p:stCondLst>
                                            <p:cond delay="1668"/>
                                          </p:stCondLst>
                                        </p:cTn>
                                        <p:tgtEl>
                                          <p:spTgt spid="11"/>
                                        </p:tgtEl>
                                      </p:cBhvr>
                                      <p:to x="100000" y="100000"/>
                                    </p:animScale>
                                    <p:animScale>
                                      <p:cBhvr>
                                        <p:cTn id="65" dur="26">
                                          <p:stCondLst>
                                            <p:cond delay="1808"/>
                                          </p:stCondLst>
                                        </p:cTn>
                                        <p:tgtEl>
                                          <p:spTgt spid="11"/>
                                        </p:tgtEl>
                                      </p:cBhvr>
                                      <p:to x="100000" y="95000"/>
                                    </p:animScale>
                                    <p:animScale>
                                      <p:cBhvr>
                                        <p:cTn id="66" dur="166" decel="50000">
                                          <p:stCondLst>
                                            <p:cond delay="1834"/>
                                          </p:stCondLst>
                                        </p:cTn>
                                        <p:tgtEl>
                                          <p:spTgt spid="11"/>
                                        </p:tgtEl>
                                      </p:cBhvr>
                                      <p:to x="100000" y="100000"/>
                                    </p:animScale>
                                  </p:childTnLst>
                                </p:cTn>
                              </p:par>
                              <p:par>
                                <p:cTn id="67" presetID="26"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wipe(down)">
                                      <p:cBhvr>
                                        <p:cTn id="69" dur="580">
                                          <p:stCondLst>
                                            <p:cond delay="0"/>
                                          </p:stCondLst>
                                        </p:cTn>
                                        <p:tgtEl>
                                          <p:spTgt spid="12"/>
                                        </p:tgtEl>
                                      </p:cBhvr>
                                    </p:animEffect>
                                    <p:anim calcmode="lin" valueType="num">
                                      <p:cBhvr>
                                        <p:cTn id="7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75" dur="26">
                                          <p:stCondLst>
                                            <p:cond delay="650"/>
                                          </p:stCondLst>
                                        </p:cTn>
                                        <p:tgtEl>
                                          <p:spTgt spid="12"/>
                                        </p:tgtEl>
                                      </p:cBhvr>
                                      <p:to x="100000" y="60000"/>
                                    </p:animScale>
                                    <p:animScale>
                                      <p:cBhvr>
                                        <p:cTn id="76" dur="166" decel="50000">
                                          <p:stCondLst>
                                            <p:cond delay="676"/>
                                          </p:stCondLst>
                                        </p:cTn>
                                        <p:tgtEl>
                                          <p:spTgt spid="12"/>
                                        </p:tgtEl>
                                      </p:cBhvr>
                                      <p:to x="100000" y="100000"/>
                                    </p:animScale>
                                    <p:animScale>
                                      <p:cBhvr>
                                        <p:cTn id="77" dur="26">
                                          <p:stCondLst>
                                            <p:cond delay="1312"/>
                                          </p:stCondLst>
                                        </p:cTn>
                                        <p:tgtEl>
                                          <p:spTgt spid="12"/>
                                        </p:tgtEl>
                                      </p:cBhvr>
                                      <p:to x="100000" y="80000"/>
                                    </p:animScale>
                                    <p:animScale>
                                      <p:cBhvr>
                                        <p:cTn id="78" dur="166" decel="50000">
                                          <p:stCondLst>
                                            <p:cond delay="1338"/>
                                          </p:stCondLst>
                                        </p:cTn>
                                        <p:tgtEl>
                                          <p:spTgt spid="12"/>
                                        </p:tgtEl>
                                      </p:cBhvr>
                                      <p:to x="100000" y="100000"/>
                                    </p:animScale>
                                    <p:animScale>
                                      <p:cBhvr>
                                        <p:cTn id="79" dur="26">
                                          <p:stCondLst>
                                            <p:cond delay="1642"/>
                                          </p:stCondLst>
                                        </p:cTn>
                                        <p:tgtEl>
                                          <p:spTgt spid="12"/>
                                        </p:tgtEl>
                                      </p:cBhvr>
                                      <p:to x="100000" y="90000"/>
                                    </p:animScale>
                                    <p:animScale>
                                      <p:cBhvr>
                                        <p:cTn id="80" dur="166" decel="50000">
                                          <p:stCondLst>
                                            <p:cond delay="1668"/>
                                          </p:stCondLst>
                                        </p:cTn>
                                        <p:tgtEl>
                                          <p:spTgt spid="12"/>
                                        </p:tgtEl>
                                      </p:cBhvr>
                                      <p:to x="100000" y="100000"/>
                                    </p:animScale>
                                    <p:animScale>
                                      <p:cBhvr>
                                        <p:cTn id="81" dur="26">
                                          <p:stCondLst>
                                            <p:cond delay="1808"/>
                                          </p:stCondLst>
                                        </p:cTn>
                                        <p:tgtEl>
                                          <p:spTgt spid="12"/>
                                        </p:tgtEl>
                                      </p:cBhvr>
                                      <p:to x="100000" y="95000"/>
                                    </p:animScale>
                                    <p:animScale>
                                      <p:cBhvr>
                                        <p:cTn id="82" dur="166" decel="50000">
                                          <p:stCondLst>
                                            <p:cond delay="1834"/>
                                          </p:stCondLst>
                                        </p:cTn>
                                        <p:tgtEl>
                                          <p:spTgt spid="12"/>
                                        </p:tgtEl>
                                      </p:cBhvr>
                                      <p:to x="100000" y="100000"/>
                                    </p:animScale>
                                  </p:childTnLst>
                                </p:cTn>
                              </p:par>
                              <p:par>
                                <p:cTn id="83" presetID="26" presetClass="entr" presetSubtype="0" fill="hold" grpId="0" nodeType="with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wipe(down)">
                                      <p:cBhvr>
                                        <p:cTn id="85" dur="580">
                                          <p:stCondLst>
                                            <p:cond delay="0"/>
                                          </p:stCondLst>
                                        </p:cTn>
                                        <p:tgtEl>
                                          <p:spTgt spid="13"/>
                                        </p:tgtEl>
                                      </p:cBhvr>
                                    </p:animEffect>
                                    <p:anim calcmode="lin" valueType="num">
                                      <p:cBhvr>
                                        <p:cTn id="8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91" dur="26">
                                          <p:stCondLst>
                                            <p:cond delay="650"/>
                                          </p:stCondLst>
                                        </p:cTn>
                                        <p:tgtEl>
                                          <p:spTgt spid="13"/>
                                        </p:tgtEl>
                                      </p:cBhvr>
                                      <p:to x="100000" y="60000"/>
                                    </p:animScale>
                                    <p:animScale>
                                      <p:cBhvr>
                                        <p:cTn id="92" dur="166" decel="50000">
                                          <p:stCondLst>
                                            <p:cond delay="676"/>
                                          </p:stCondLst>
                                        </p:cTn>
                                        <p:tgtEl>
                                          <p:spTgt spid="13"/>
                                        </p:tgtEl>
                                      </p:cBhvr>
                                      <p:to x="100000" y="100000"/>
                                    </p:animScale>
                                    <p:animScale>
                                      <p:cBhvr>
                                        <p:cTn id="93" dur="26">
                                          <p:stCondLst>
                                            <p:cond delay="1312"/>
                                          </p:stCondLst>
                                        </p:cTn>
                                        <p:tgtEl>
                                          <p:spTgt spid="13"/>
                                        </p:tgtEl>
                                      </p:cBhvr>
                                      <p:to x="100000" y="80000"/>
                                    </p:animScale>
                                    <p:animScale>
                                      <p:cBhvr>
                                        <p:cTn id="94" dur="166" decel="50000">
                                          <p:stCondLst>
                                            <p:cond delay="1338"/>
                                          </p:stCondLst>
                                        </p:cTn>
                                        <p:tgtEl>
                                          <p:spTgt spid="13"/>
                                        </p:tgtEl>
                                      </p:cBhvr>
                                      <p:to x="100000" y="100000"/>
                                    </p:animScale>
                                    <p:animScale>
                                      <p:cBhvr>
                                        <p:cTn id="95" dur="26">
                                          <p:stCondLst>
                                            <p:cond delay="1642"/>
                                          </p:stCondLst>
                                        </p:cTn>
                                        <p:tgtEl>
                                          <p:spTgt spid="13"/>
                                        </p:tgtEl>
                                      </p:cBhvr>
                                      <p:to x="100000" y="90000"/>
                                    </p:animScale>
                                    <p:animScale>
                                      <p:cBhvr>
                                        <p:cTn id="96" dur="166" decel="50000">
                                          <p:stCondLst>
                                            <p:cond delay="1668"/>
                                          </p:stCondLst>
                                        </p:cTn>
                                        <p:tgtEl>
                                          <p:spTgt spid="13"/>
                                        </p:tgtEl>
                                      </p:cBhvr>
                                      <p:to x="100000" y="100000"/>
                                    </p:animScale>
                                    <p:animScale>
                                      <p:cBhvr>
                                        <p:cTn id="97" dur="26">
                                          <p:stCondLst>
                                            <p:cond delay="1808"/>
                                          </p:stCondLst>
                                        </p:cTn>
                                        <p:tgtEl>
                                          <p:spTgt spid="13"/>
                                        </p:tgtEl>
                                      </p:cBhvr>
                                      <p:to x="100000" y="95000"/>
                                    </p:animScale>
                                    <p:animScale>
                                      <p:cBhvr>
                                        <p:cTn id="98" dur="166" decel="50000">
                                          <p:stCondLst>
                                            <p:cond delay="1834"/>
                                          </p:stCondLst>
                                        </p:cTn>
                                        <p:tgtEl>
                                          <p:spTgt spid="13"/>
                                        </p:tgtEl>
                                      </p:cBhvr>
                                      <p:to x="100000" y="100000"/>
                                    </p:animScale>
                                  </p:childTnLst>
                                </p:cTn>
                              </p:par>
                              <p:par>
                                <p:cTn id="99" presetID="26" presetClass="entr" presetSubtype="0" fill="hold" grpId="0" nodeType="with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wipe(down)">
                                      <p:cBhvr>
                                        <p:cTn id="101" dur="580">
                                          <p:stCondLst>
                                            <p:cond delay="0"/>
                                          </p:stCondLst>
                                        </p:cTn>
                                        <p:tgtEl>
                                          <p:spTgt spid="14"/>
                                        </p:tgtEl>
                                      </p:cBhvr>
                                    </p:animEffect>
                                    <p:anim calcmode="lin" valueType="num">
                                      <p:cBhvr>
                                        <p:cTn id="10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0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0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0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07" dur="26">
                                          <p:stCondLst>
                                            <p:cond delay="650"/>
                                          </p:stCondLst>
                                        </p:cTn>
                                        <p:tgtEl>
                                          <p:spTgt spid="14"/>
                                        </p:tgtEl>
                                      </p:cBhvr>
                                      <p:to x="100000" y="60000"/>
                                    </p:animScale>
                                    <p:animScale>
                                      <p:cBhvr>
                                        <p:cTn id="108" dur="166" decel="50000">
                                          <p:stCondLst>
                                            <p:cond delay="676"/>
                                          </p:stCondLst>
                                        </p:cTn>
                                        <p:tgtEl>
                                          <p:spTgt spid="14"/>
                                        </p:tgtEl>
                                      </p:cBhvr>
                                      <p:to x="100000" y="100000"/>
                                    </p:animScale>
                                    <p:animScale>
                                      <p:cBhvr>
                                        <p:cTn id="109" dur="26">
                                          <p:stCondLst>
                                            <p:cond delay="1312"/>
                                          </p:stCondLst>
                                        </p:cTn>
                                        <p:tgtEl>
                                          <p:spTgt spid="14"/>
                                        </p:tgtEl>
                                      </p:cBhvr>
                                      <p:to x="100000" y="80000"/>
                                    </p:animScale>
                                    <p:animScale>
                                      <p:cBhvr>
                                        <p:cTn id="110" dur="166" decel="50000">
                                          <p:stCondLst>
                                            <p:cond delay="1338"/>
                                          </p:stCondLst>
                                        </p:cTn>
                                        <p:tgtEl>
                                          <p:spTgt spid="14"/>
                                        </p:tgtEl>
                                      </p:cBhvr>
                                      <p:to x="100000" y="100000"/>
                                    </p:animScale>
                                    <p:animScale>
                                      <p:cBhvr>
                                        <p:cTn id="111" dur="26">
                                          <p:stCondLst>
                                            <p:cond delay="1642"/>
                                          </p:stCondLst>
                                        </p:cTn>
                                        <p:tgtEl>
                                          <p:spTgt spid="14"/>
                                        </p:tgtEl>
                                      </p:cBhvr>
                                      <p:to x="100000" y="90000"/>
                                    </p:animScale>
                                    <p:animScale>
                                      <p:cBhvr>
                                        <p:cTn id="112" dur="166" decel="50000">
                                          <p:stCondLst>
                                            <p:cond delay="1668"/>
                                          </p:stCondLst>
                                        </p:cTn>
                                        <p:tgtEl>
                                          <p:spTgt spid="14"/>
                                        </p:tgtEl>
                                      </p:cBhvr>
                                      <p:to x="100000" y="100000"/>
                                    </p:animScale>
                                    <p:animScale>
                                      <p:cBhvr>
                                        <p:cTn id="113" dur="26">
                                          <p:stCondLst>
                                            <p:cond delay="1808"/>
                                          </p:stCondLst>
                                        </p:cTn>
                                        <p:tgtEl>
                                          <p:spTgt spid="14"/>
                                        </p:tgtEl>
                                      </p:cBhvr>
                                      <p:to x="100000" y="95000"/>
                                    </p:animScale>
                                    <p:animScale>
                                      <p:cBhvr>
                                        <p:cTn id="114" dur="166" decel="50000">
                                          <p:stCondLst>
                                            <p:cond delay="1834"/>
                                          </p:stCondLst>
                                        </p:cTn>
                                        <p:tgtEl>
                                          <p:spTgt spid="14"/>
                                        </p:tgtEl>
                                      </p:cBhvr>
                                      <p:to x="100000" y="100000"/>
                                    </p:animScale>
                                  </p:childTnLst>
                                </p:cTn>
                              </p:par>
                              <p:par>
                                <p:cTn id="115" presetID="26" presetClass="entr" presetSubtype="0" fill="hold" grpId="0" nodeType="withEffect">
                                  <p:stCondLst>
                                    <p:cond delay="0"/>
                                  </p:stCondLst>
                                  <p:childTnLst>
                                    <p:set>
                                      <p:cBhvr>
                                        <p:cTn id="116" dur="1" fill="hold">
                                          <p:stCondLst>
                                            <p:cond delay="0"/>
                                          </p:stCondLst>
                                        </p:cTn>
                                        <p:tgtEl>
                                          <p:spTgt spid="15"/>
                                        </p:tgtEl>
                                        <p:attrNameLst>
                                          <p:attrName>style.visibility</p:attrName>
                                        </p:attrNameLst>
                                      </p:cBhvr>
                                      <p:to>
                                        <p:strVal val="visible"/>
                                      </p:to>
                                    </p:set>
                                    <p:animEffect transition="in" filter="wipe(down)">
                                      <p:cBhvr>
                                        <p:cTn id="117" dur="580">
                                          <p:stCondLst>
                                            <p:cond delay="0"/>
                                          </p:stCondLst>
                                        </p:cTn>
                                        <p:tgtEl>
                                          <p:spTgt spid="15"/>
                                        </p:tgtEl>
                                      </p:cBhvr>
                                    </p:animEffect>
                                    <p:anim calcmode="lin" valueType="num">
                                      <p:cBhvr>
                                        <p:cTn id="11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1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2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2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2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23" dur="26">
                                          <p:stCondLst>
                                            <p:cond delay="650"/>
                                          </p:stCondLst>
                                        </p:cTn>
                                        <p:tgtEl>
                                          <p:spTgt spid="15"/>
                                        </p:tgtEl>
                                      </p:cBhvr>
                                      <p:to x="100000" y="60000"/>
                                    </p:animScale>
                                    <p:animScale>
                                      <p:cBhvr>
                                        <p:cTn id="124" dur="166" decel="50000">
                                          <p:stCondLst>
                                            <p:cond delay="676"/>
                                          </p:stCondLst>
                                        </p:cTn>
                                        <p:tgtEl>
                                          <p:spTgt spid="15"/>
                                        </p:tgtEl>
                                      </p:cBhvr>
                                      <p:to x="100000" y="100000"/>
                                    </p:animScale>
                                    <p:animScale>
                                      <p:cBhvr>
                                        <p:cTn id="125" dur="26">
                                          <p:stCondLst>
                                            <p:cond delay="1312"/>
                                          </p:stCondLst>
                                        </p:cTn>
                                        <p:tgtEl>
                                          <p:spTgt spid="15"/>
                                        </p:tgtEl>
                                      </p:cBhvr>
                                      <p:to x="100000" y="80000"/>
                                    </p:animScale>
                                    <p:animScale>
                                      <p:cBhvr>
                                        <p:cTn id="126" dur="166" decel="50000">
                                          <p:stCondLst>
                                            <p:cond delay="1338"/>
                                          </p:stCondLst>
                                        </p:cTn>
                                        <p:tgtEl>
                                          <p:spTgt spid="15"/>
                                        </p:tgtEl>
                                      </p:cBhvr>
                                      <p:to x="100000" y="100000"/>
                                    </p:animScale>
                                    <p:animScale>
                                      <p:cBhvr>
                                        <p:cTn id="127" dur="26">
                                          <p:stCondLst>
                                            <p:cond delay="1642"/>
                                          </p:stCondLst>
                                        </p:cTn>
                                        <p:tgtEl>
                                          <p:spTgt spid="15"/>
                                        </p:tgtEl>
                                      </p:cBhvr>
                                      <p:to x="100000" y="90000"/>
                                    </p:animScale>
                                    <p:animScale>
                                      <p:cBhvr>
                                        <p:cTn id="128" dur="166" decel="50000">
                                          <p:stCondLst>
                                            <p:cond delay="1668"/>
                                          </p:stCondLst>
                                        </p:cTn>
                                        <p:tgtEl>
                                          <p:spTgt spid="15"/>
                                        </p:tgtEl>
                                      </p:cBhvr>
                                      <p:to x="100000" y="100000"/>
                                    </p:animScale>
                                    <p:animScale>
                                      <p:cBhvr>
                                        <p:cTn id="129" dur="26">
                                          <p:stCondLst>
                                            <p:cond delay="1808"/>
                                          </p:stCondLst>
                                        </p:cTn>
                                        <p:tgtEl>
                                          <p:spTgt spid="15"/>
                                        </p:tgtEl>
                                      </p:cBhvr>
                                      <p:to x="100000" y="95000"/>
                                    </p:animScale>
                                    <p:animScale>
                                      <p:cBhvr>
                                        <p:cTn id="130" dur="166" decel="50000">
                                          <p:stCondLst>
                                            <p:cond delay="1834"/>
                                          </p:stCondLst>
                                        </p:cTn>
                                        <p:tgtEl>
                                          <p:spTgt spid="15"/>
                                        </p:tgtEl>
                                      </p:cBhvr>
                                      <p:to x="100000" y="100000"/>
                                    </p:animScale>
                                  </p:childTnLst>
                                </p:cTn>
                              </p:par>
                              <p:par>
                                <p:cTn id="131" presetID="26" presetClass="entr" presetSubtype="0" fill="hold" grpId="0" nodeType="withEffect">
                                  <p:stCondLst>
                                    <p:cond delay="0"/>
                                  </p:stCondLst>
                                  <p:childTnLst>
                                    <p:set>
                                      <p:cBhvr>
                                        <p:cTn id="132" dur="1" fill="hold">
                                          <p:stCondLst>
                                            <p:cond delay="0"/>
                                          </p:stCondLst>
                                        </p:cTn>
                                        <p:tgtEl>
                                          <p:spTgt spid="16"/>
                                        </p:tgtEl>
                                        <p:attrNameLst>
                                          <p:attrName>style.visibility</p:attrName>
                                        </p:attrNameLst>
                                      </p:cBhvr>
                                      <p:to>
                                        <p:strVal val="visible"/>
                                      </p:to>
                                    </p:set>
                                    <p:animEffect transition="in" filter="wipe(down)">
                                      <p:cBhvr>
                                        <p:cTn id="133" dur="580">
                                          <p:stCondLst>
                                            <p:cond delay="0"/>
                                          </p:stCondLst>
                                        </p:cTn>
                                        <p:tgtEl>
                                          <p:spTgt spid="16"/>
                                        </p:tgtEl>
                                      </p:cBhvr>
                                    </p:animEffect>
                                    <p:anim calcmode="lin" valueType="num">
                                      <p:cBhvr>
                                        <p:cTn id="13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9" dur="26">
                                          <p:stCondLst>
                                            <p:cond delay="650"/>
                                          </p:stCondLst>
                                        </p:cTn>
                                        <p:tgtEl>
                                          <p:spTgt spid="16"/>
                                        </p:tgtEl>
                                      </p:cBhvr>
                                      <p:to x="100000" y="60000"/>
                                    </p:animScale>
                                    <p:animScale>
                                      <p:cBhvr>
                                        <p:cTn id="140" dur="166" decel="50000">
                                          <p:stCondLst>
                                            <p:cond delay="676"/>
                                          </p:stCondLst>
                                        </p:cTn>
                                        <p:tgtEl>
                                          <p:spTgt spid="16"/>
                                        </p:tgtEl>
                                      </p:cBhvr>
                                      <p:to x="100000" y="100000"/>
                                    </p:animScale>
                                    <p:animScale>
                                      <p:cBhvr>
                                        <p:cTn id="141" dur="26">
                                          <p:stCondLst>
                                            <p:cond delay="1312"/>
                                          </p:stCondLst>
                                        </p:cTn>
                                        <p:tgtEl>
                                          <p:spTgt spid="16"/>
                                        </p:tgtEl>
                                      </p:cBhvr>
                                      <p:to x="100000" y="80000"/>
                                    </p:animScale>
                                    <p:animScale>
                                      <p:cBhvr>
                                        <p:cTn id="142" dur="166" decel="50000">
                                          <p:stCondLst>
                                            <p:cond delay="1338"/>
                                          </p:stCondLst>
                                        </p:cTn>
                                        <p:tgtEl>
                                          <p:spTgt spid="16"/>
                                        </p:tgtEl>
                                      </p:cBhvr>
                                      <p:to x="100000" y="100000"/>
                                    </p:animScale>
                                    <p:animScale>
                                      <p:cBhvr>
                                        <p:cTn id="143" dur="26">
                                          <p:stCondLst>
                                            <p:cond delay="1642"/>
                                          </p:stCondLst>
                                        </p:cTn>
                                        <p:tgtEl>
                                          <p:spTgt spid="16"/>
                                        </p:tgtEl>
                                      </p:cBhvr>
                                      <p:to x="100000" y="90000"/>
                                    </p:animScale>
                                    <p:animScale>
                                      <p:cBhvr>
                                        <p:cTn id="144" dur="166" decel="50000">
                                          <p:stCondLst>
                                            <p:cond delay="1668"/>
                                          </p:stCondLst>
                                        </p:cTn>
                                        <p:tgtEl>
                                          <p:spTgt spid="16"/>
                                        </p:tgtEl>
                                      </p:cBhvr>
                                      <p:to x="100000" y="100000"/>
                                    </p:animScale>
                                    <p:animScale>
                                      <p:cBhvr>
                                        <p:cTn id="145" dur="26">
                                          <p:stCondLst>
                                            <p:cond delay="1808"/>
                                          </p:stCondLst>
                                        </p:cTn>
                                        <p:tgtEl>
                                          <p:spTgt spid="16"/>
                                        </p:tgtEl>
                                      </p:cBhvr>
                                      <p:to x="100000" y="95000"/>
                                    </p:animScale>
                                    <p:animScale>
                                      <p:cBhvr>
                                        <p:cTn id="146" dur="166" decel="50000">
                                          <p:stCondLst>
                                            <p:cond delay="1834"/>
                                          </p:stCondLst>
                                        </p:cTn>
                                        <p:tgtEl>
                                          <p:spTgt spid="16"/>
                                        </p:tgtEl>
                                      </p:cBhvr>
                                      <p:to x="100000" y="100000"/>
                                    </p:animScale>
                                  </p:childTnLst>
                                </p:cTn>
                              </p:par>
                              <p:par>
                                <p:cTn id="147" presetID="26" presetClass="entr" presetSubtype="0" fill="hold" grpId="0" nodeType="withEffect">
                                  <p:stCondLst>
                                    <p:cond delay="0"/>
                                  </p:stCondLst>
                                  <p:childTnLst>
                                    <p:set>
                                      <p:cBhvr>
                                        <p:cTn id="148" dur="1" fill="hold">
                                          <p:stCondLst>
                                            <p:cond delay="0"/>
                                          </p:stCondLst>
                                        </p:cTn>
                                        <p:tgtEl>
                                          <p:spTgt spid="17"/>
                                        </p:tgtEl>
                                        <p:attrNameLst>
                                          <p:attrName>style.visibility</p:attrName>
                                        </p:attrNameLst>
                                      </p:cBhvr>
                                      <p:to>
                                        <p:strVal val="visible"/>
                                      </p:to>
                                    </p:set>
                                    <p:animEffect transition="in" filter="wipe(down)">
                                      <p:cBhvr>
                                        <p:cTn id="149" dur="580">
                                          <p:stCondLst>
                                            <p:cond delay="0"/>
                                          </p:stCondLst>
                                        </p:cTn>
                                        <p:tgtEl>
                                          <p:spTgt spid="17"/>
                                        </p:tgtEl>
                                      </p:cBhvr>
                                    </p:animEffect>
                                    <p:anim calcmode="lin" valueType="num">
                                      <p:cBhvr>
                                        <p:cTn id="150"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151"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52"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53"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54"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55" dur="26">
                                          <p:stCondLst>
                                            <p:cond delay="650"/>
                                          </p:stCondLst>
                                        </p:cTn>
                                        <p:tgtEl>
                                          <p:spTgt spid="17"/>
                                        </p:tgtEl>
                                      </p:cBhvr>
                                      <p:to x="100000" y="60000"/>
                                    </p:animScale>
                                    <p:animScale>
                                      <p:cBhvr>
                                        <p:cTn id="156" dur="166" decel="50000">
                                          <p:stCondLst>
                                            <p:cond delay="676"/>
                                          </p:stCondLst>
                                        </p:cTn>
                                        <p:tgtEl>
                                          <p:spTgt spid="17"/>
                                        </p:tgtEl>
                                      </p:cBhvr>
                                      <p:to x="100000" y="100000"/>
                                    </p:animScale>
                                    <p:animScale>
                                      <p:cBhvr>
                                        <p:cTn id="157" dur="26">
                                          <p:stCondLst>
                                            <p:cond delay="1312"/>
                                          </p:stCondLst>
                                        </p:cTn>
                                        <p:tgtEl>
                                          <p:spTgt spid="17"/>
                                        </p:tgtEl>
                                      </p:cBhvr>
                                      <p:to x="100000" y="80000"/>
                                    </p:animScale>
                                    <p:animScale>
                                      <p:cBhvr>
                                        <p:cTn id="158" dur="166" decel="50000">
                                          <p:stCondLst>
                                            <p:cond delay="1338"/>
                                          </p:stCondLst>
                                        </p:cTn>
                                        <p:tgtEl>
                                          <p:spTgt spid="17"/>
                                        </p:tgtEl>
                                      </p:cBhvr>
                                      <p:to x="100000" y="100000"/>
                                    </p:animScale>
                                    <p:animScale>
                                      <p:cBhvr>
                                        <p:cTn id="159" dur="26">
                                          <p:stCondLst>
                                            <p:cond delay="1642"/>
                                          </p:stCondLst>
                                        </p:cTn>
                                        <p:tgtEl>
                                          <p:spTgt spid="17"/>
                                        </p:tgtEl>
                                      </p:cBhvr>
                                      <p:to x="100000" y="90000"/>
                                    </p:animScale>
                                    <p:animScale>
                                      <p:cBhvr>
                                        <p:cTn id="160" dur="166" decel="50000">
                                          <p:stCondLst>
                                            <p:cond delay="1668"/>
                                          </p:stCondLst>
                                        </p:cTn>
                                        <p:tgtEl>
                                          <p:spTgt spid="17"/>
                                        </p:tgtEl>
                                      </p:cBhvr>
                                      <p:to x="100000" y="100000"/>
                                    </p:animScale>
                                    <p:animScale>
                                      <p:cBhvr>
                                        <p:cTn id="161" dur="26">
                                          <p:stCondLst>
                                            <p:cond delay="1808"/>
                                          </p:stCondLst>
                                        </p:cTn>
                                        <p:tgtEl>
                                          <p:spTgt spid="17"/>
                                        </p:tgtEl>
                                      </p:cBhvr>
                                      <p:to x="100000" y="95000"/>
                                    </p:animScale>
                                    <p:animScale>
                                      <p:cBhvr>
                                        <p:cTn id="162" dur="166" decel="50000">
                                          <p:stCondLst>
                                            <p:cond delay="1834"/>
                                          </p:stCondLst>
                                        </p:cTn>
                                        <p:tgtEl>
                                          <p:spTgt spid="17"/>
                                        </p:tgtEl>
                                      </p:cBhvr>
                                      <p:to x="100000" y="100000"/>
                                    </p:animScale>
                                  </p:childTnLst>
                                </p:cTn>
                              </p:par>
                              <p:par>
                                <p:cTn id="163" presetID="26" presetClass="entr" presetSubtype="0" fill="hold" grpId="0" nodeType="withEffect">
                                  <p:stCondLst>
                                    <p:cond delay="0"/>
                                  </p:stCondLst>
                                  <p:childTnLst>
                                    <p:set>
                                      <p:cBhvr>
                                        <p:cTn id="164" dur="1" fill="hold">
                                          <p:stCondLst>
                                            <p:cond delay="0"/>
                                          </p:stCondLst>
                                        </p:cTn>
                                        <p:tgtEl>
                                          <p:spTgt spid="18"/>
                                        </p:tgtEl>
                                        <p:attrNameLst>
                                          <p:attrName>style.visibility</p:attrName>
                                        </p:attrNameLst>
                                      </p:cBhvr>
                                      <p:to>
                                        <p:strVal val="visible"/>
                                      </p:to>
                                    </p:set>
                                    <p:animEffect transition="in" filter="wipe(down)">
                                      <p:cBhvr>
                                        <p:cTn id="165" dur="580">
                                          <p:stCondLst>
                                            <p:cond delay="0"/>
                                          </p:stCondLst>
                                        </p:cTn>
                                        <p:tgtEl>
                                          <p:spTgt spid="18"/>
                                        </p:tgtEl>
                                      </p:cBhvr>
                                    </p:animEffect>
                                    <p:anim calcmode="lin" valueType="num">
                                      <p:cBhvr>
                                        <p:cTn id="16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16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6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6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7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71" dur="26">
                                          <p:stCondLst>
                                            <p:cond delay="650"/>
                                          </p:stCondLst>
                                        </p:cTn>
                                        <p:tgtEl>
                                          <p:spTgt spid="18"/>
                                        </p:tgtEl>
                                      </p:cBhvr>
                                      <p:to x="100000" y="60000"/>
                                    </p:animScale>
                                    <p:animScale>
                                      <p:cBhvr>
                                        <p:cTn id="172" dur="166" decel="50000">
                                          <p:stCondLst>
                                            <p:cond delay="676"/>
                                          </p:stCondLst>
                                        </p:cTn>
                                        <p:tgtEl>
                                          <p:spTgt spid="18"/>
                                        </p:tgtEl>
                                      </p:cBhvr>
                                      <p:to x="100000" y="100000"/>
                                    </p:animScale>
                                    <p:animScale>
                                      <p:cBhvr>
                                        <p:cTn id="173" dur="26">
                                          <p:stCondLst>
                                            <p:cond delay="1312"/>
                                          </p:stCondLst>
                                        </p:cTn>
                                        <p:tgtEl>
                                          <p:spTgt spid="18"/>
                                        </p:tgtEl>
                                      </p:cBhvr>
                                      <p:to x="100000" y="80000"/>
                                    </p:animScale>
                                    <p:animScale>
                                      <p:cBhvr>
                                        <p:cTn id="174" dur="166" decel="50000">
                                          <p:stCondLst>
                                            <p:cond delay="1338"/>
                                          </p:stCondLst>
                                        </p:cTn>
                                        <p:tgtEl>
                                          <p:spTgt spid="18"/>
                                        </p:tgtEl>
                                      </p:cBhvr>
                                      <p:to x="100000" y="100000"/>
                                    </p:animScale>
                                    <p:animScale>
                                      <p:cBhvr>
                                        <p:cTn id="175" dur="26">
                                          <p:stCondLst>
                                            <p:cond delay="1642"/>
                                          </p:stCondLst>
                                        </p:cTn>
                                        <p:tgtEl>
                                          <p:spTgt spid="18"/>
                                        </p:tgtEl>
                                      </p:cBhvr>
                                      <p:to x="100000" y="90000"/>
                                    </p:animScale>
                                    <p:animScale>
                                      <p:cBhvr>
                                        <p:cTn id="176" dur="166" decel="50000">
                                          <p:stCondLst>
                                            <p:cond delay="1668"/>
                                          </p:stCondLst>
                                        </p:cTn>
                                        <p:tgtEl>
                                          <p:spTgt spid="18"/>
                                        </p:tgtEl>
                                      </p:cBhvr>
                                      <p:to x="100000" y="100000"/>
                                    </p:animScale>
                                    <p:animScale>
                                      <p:cBhvr>
                                        <p:cTn id="177" dur="26">
                                          <p:stCondLst>
                                            <p:cond delay="1808"/>
                                          </p:stCondLst>
                                        </p:cTn>
                                        <p:tgtEl>
                                          <p:spTgt spid="18"/>
                                        </p:tgtEl>
                                      </p:cBhvr>
                                      <p:to x="100000" y="95000"/>
                                    </p:animScale>
                                    <p:animScale>
                                      <p:cBhvr>
                                        <p:cTn id="178" dur="166" decel="50000">
                                          <p:stCondLst>
                                            <p:cond delay="1834"/>
                                          </p:stCondLst>
                                        </p:cTn>
                                        <p:tgtEl>
                                          <p:spTgt spid="18"/>
                                        </p:tgtEl>
                                      </p:cBhvr>
                                      <p:to x="100000" y="100000"/>
                                    </p:animScale>
                                  </p:childTnLst>
                                </p:cTn>
                              </p:par>
                              <p:par>
                                <p:cTn id="179" presetID="26" presetClass="entr" presetSubtype="0" fill="hold" grpId="0" nodeType="withEffect">
                                  <p:stCondLst>
                                    <p:cond delay="0"/>
                                  </p:stCondLst>
                                  <p:childTnLst>
                                    <p:set>
                                      <p:cBhvr>
                                        <p:cTn id="180" dur="1" fill="hold">
                                          <p:stCondLst>
                                            <p:cond delay="0"/>
                                          </p:stCondLst>
                                        </p:cTn>
                                        <p:tgtEl>
                                          <p:spTgt spid="19"/>
                                        </p:tgtEl>
                                        <p:attrNameLst>
                                          <p:attrName>style.visibility</p:attrName>
                                        </p:attrNameLst>
                                      </p:cBhvr>
                                      <p:to>
                                        <p:strVal val="visible"/>
                                      </p:to>
                                    </p:set>
                                    <p:animEffect transition="in" filter="wipe(down)">
                                      <p:cBhvr>
                                        <p:cTn id="181" dur="580">
                                          <p:stCondLst>
                                            <p:cond delay="0"/>
                                          </p:stCondLst>
                                        </p:cTn>
                                        <p:tgtEl>
                                          <p:spTgt spid="19"/>
                                        </p:tgtEl>
                                      </p:cBhvr>
                                    </p:animEffect>
                                    <p:anim calcmode="lin" valueType="num">
                                      <p:cBhvr>
                                        <p:cTn id="18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8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8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8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8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87" dur="26">
                                          <p:stCondLst>
                                            <p:cond delay="650"/>
                                          </p:stCondLst>
                                        </p:cTn>
                                        <p:tgtEl>
                                          <p:spTgt spid="19"/>
                                        </p:tgtEl>
                                      </p:cBhvr>
                                      <p:to x="100000" y="60000"/>
                                    </p:animScale>
                                    <p:animScale>
                                      <p:cBhvr>
                                        <p:cTn id="188" dur="166" decel="50000">
                                          <p:stCondLst>
                                            <p:cond delay="676"/>
                                          </p:stCondLst>
                                        </p:cTn>
                                        <p:tgtEl>
                                          <p:spTgt spid="19"/>
                                        </p:tgtEl>
                                      </p:cBhvr>
                                      <p:to x="100000" y="100000"/>
                                    </p:animScale>
                                    <p:animScale>
                                      <p:cBhvr>
                                        <p:cTn id="189" dur="26">
                                          <p:stCondLst>
                                            <p:cond delay="1312"/>
                                          </p:stCondLst>
                                        </p:cTn>
                                        <p:tgtEl>
                                          <p:spTgt spid="19"/>
                                        </p:tgtEl>
                                      </p:cBhvr>
                                      <p:to x="100000" y="80000"/>
                                    </p:animScale>
                                    <p:animScale>
                                      <p:cBhvr>
                                        <p:cTn id="190" dur="166" decel="50000">
                                          <p:stCondLst>
                                            <p:cond delay="1338"/>
                                          </p:stCondLst>
                                        </p:cTn>
                                        <p:tgtEl>
                                          <p:spTgt spid="19"/>
                                        </p:tgtEl>
                                      </p:cBhvr>
                                      <p:to x="100000" y="100000"/>
                                    </p:animScale>
                                    <p:animScale>
                                      <p:cBhvr>
                                        <p:cTn id="191" dur="26">
                                          <p:stCondLst>
                                            <p:cond delay="1642"/>
                                          </p:stCondLst>
                                        </p:cTn>
                                        <p:tgtEl>
                                          <p:spTgt spid="19"/>
                                        </p:tgtEl>
                                      </p:cBhvr>
                                      <p:to x="100000" y="90000"/>
                                    </p:animScale>
                                    <p:animScale>
                                      <p:cBhvr>
                                        <p:cTn id="192" dur="166" decel="50000">
                                          <p:stCondLst>
                                            <p:cond delay="1668"/>
                                          </p:stCondLst>
                                        </p:cTn>
                                        <p:tgtEl>
                                          <p:spTgt spid="19"/>
                                        </p:tgtEl>
                                      </p:cBhvr>
                                      <p:to x="100000" y="100000"/>
                                    </p:animScale>
                                    <p:animScale>
                                      <p:cBhvr>
                                        <p:cTn id="193" dur="26">
                                          <p:stCondLst>
                                            <p:cond delay="1808"/>
                                          </p:stCondLst>
                                        </p:cTn>
                                        <p:tgtEl>
                                          <p:spTgt spid="19"/>
                                        </p:tgtEl>
                                      </p:cBhvr>
                                      <p:to x="100000" y="95000"/>
                                    </p:animScale>
                                    <p:animScale>
                                      <p:cBhvr>
                                        <p:cTn id="194" dur="166" decel="50000">
                                          <p:stCondLst>
                                            <p:cond delay="1834"/>
                                          </p:stCondLst>
                                        </p:cTn>
                                        <p:tgtEl>
                                          <p:spTgt spid="19"/>
                                        </p:tgtEl>
                                      </p:cBhvr>
                                      <p:to x="100000" y="100000"/>
                                    </p:animScale>
                                  </p:childTnLst>
                                </p:cTn>
                              </p:par>
                              <p:par>
                                <p:cTn id="195" presetID="26" presetClass="entr" presetSubtype="0" fill="hold" grpId="0" nodeType="withEffect">
                                  <p:stCondLst>
                                    <p:cond delay="0"/>
                                  </p:stCondLst>
                                  <p:childTnLst>
                                    <p:set>
                                      <p:cBhvr>
                                        <p:cTn id="196" dur="1" fill="hold">
                                          <p:stCondLst>
                                            <p:cond delay="0"/>
                                          </p:stCondLst>
                                        </p:cTn>
                                        <p:tgtEl>
                                          <p:spTgt spid="20"/>
                                        </p:tgtEl>
                                        <p:attrNameLst>
                                          <p:attrName>style.visibility</p:attrName>
                                        </p:attrNameLst>
                                      </p:cBhvr>
                                      <p:to>
                                        <p:strVal val="visible"/>
                                      </p:to>
                                    </p:set>
                                    <p:animEffect transition="in" filter="wipe(down)">
                                      <p:cBhvr>
                                        <p:cTn id="197" dur="580">
                                          <p:stCondLst>
                                            <p:cond delay="0"/>
                                          </p:stCondLst>
                                        </p:cTn>
                                        <p:tgtEl>
                                          <p:spTgt spid="20"/>
                                        </p:tgtEl>
                                      </p:cBhvr>
                                    </p:animEffect>
                                    <p:anim calcmode="lin" valueType="num">
                                      <p:cBhvr>
                                        <p:cTn id="19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9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0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0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20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203" dur="26">
                                          <p:stCondLst>
                                            <p:cond delay="650"/>
                                          </p:stCondLst>
                                        </p:cTn>
                                        <p:tgtEl>
                                          <p:spTgt spid="20"/>
                                        </p:tgtEl>
                                      </p:cBhvr>
                                      <p:to x="100000" y="60000"/>
                                    </p:animScale>
                                    <p:animScale>
                                      <p:cBhvr>
                                        <p:cTn id="204" dur="166" decel="50000">
                                          <p:stCondLst>
                                            <p:cond delay="676"/>
                                          </p:stCondLst>
                                        </p:cTn>
                                        <p:tgtEl>
                                          <p:spTgt spid="20"/>
                                        </p:tgtEl>
                                      </p:cBhvr>
                                      <p:to x="100000" y="100000"/>
                                    </p:animScale>
                                    <p:animScale>
                                      <p:cBhvr>
                                        <p:cTn id="205" dur="26">
                                          <p:stCondLst>
                                            <p:cond delay="1312"/>
                                          </p:stCondLst>
                                        </p:cTn>
                                        <p:tgtEl>
                                          <p:spTgt spid="20"/>
                                        </p:tgtEl>
                                      </p:cBhvr>
                                      <p:to x="100000" y="80000"/>
                                    </p:animScale>
                                    <p:animScale>
                                      <p:cBhvr>
                                        <p:cTn id="206" dur="166" decel="50000">
                                          <p:stCondLst>
                                            <p:cond delay="1338"/>
                                          </p:stCondLst>
                                        </p:cTn>
                                        <p:tgtEl>
                                          <p:spTgt spid="20"/>
                                        </p:tgtEl>
                                      </p:cBhvr>
                                      <p:to x="100000" y="100000"/>
                                    </p:animScale>
                                    <p:animScale>
                                      <p:cBhvr>
                                        <p:cTn id="207" dur="26">
                                          <p:stCondLst>
                                            <p:cond delay="1642"/>
                                          </p:stCondLst>
                                        </p:cTn>
                                        <p:tgtEl>
                                          <p:spTgt spid="20"/>
                                        </p:tgtEl>
                                      </p:cBhvr>
                                      <p:to x="100000" y="90000"/>
                                    </p:animScale>
                                    <p:animScale>
                                      <p:cBhvr>
                                        <p:cTn id="208" dur="166" decel="50000">
                                          <p:stCondLst>
                                            <p:cond delay="1668"/>
                                          </p:stCondLst>
                                        </p:cTn>
                                        <p:tgtEl>
                                          <p:spTgt spid="20"/>
                                        </p:tgtEl>
                                      </p:cBhvr>
                                      <p:to x="100000" y="100000"/>
                                    </p:animScale>
                                    <p:animScale>
                                      <p:cBhvr>
                                        <p:cTn id="209" dur="26">
                                          <p:stCondLst>
                                            <p:cond delay="1808"/>
                                          </p:stCondLst>
                                        </p:cTn>
                                        <p:tgtEl>
                                          <p:spTgt spid="20"/>
                                        </p:tgtEl>
                                      </p:cBhvr>
                                      <p:to x="100000" y="95000"/>
                                    </p:animScale>
                                    <p:animScale>
                                      <p:cBhvr>
                                        <p:cTn id="210" dur="166" decel="50000">
                                          <p:stCondLst>
                                            <p:cond delay="1834"/>
                                          </p:stCondLst>
                                        </p:cTn>
                                        <p:tgtEl>
                                          <p:spTgt spid="20"/>
                                        </p:tgtEl>
                                      </p:cBhvr>
                                      <p:to x="100000" y="100000"/>
                                    </p:animScale>
                                  </p:childTnLst>
                                </p:cTn>
                              </p:par>
                              <p:par>
                                <p:cTn id="211" presetID="26" presetClass="entr" presetSubtype="0" fill="hold" grpId="0" nodeType="withEffect">
                                  <p:stCondLst>
                                    <p:cond delay="0"/>
                                  </p:stCondLst>
                                  <p:childTnLst>
                                    <p:set>
                                      <p:cBhvr>
                                        <p:cTn id="212" dur="1" fill="hold">
                                          <p:stCondLst>
                                            <p:cond delay="0"/>
                                          </p:stCondLst>
                                        </p:cTn>
                                        <p:tgtEl>
                                          <p:spTgt spid="21"/>
                                        </p:tgtEl>
                                        <p:attrNameLst>
                                          <p:attrName>style.visibility</p:attrName>
                                        </p:attrNameLst>
                                      </p:cBhvr>
                                      <p:to>
                                        <p:strVal val="visible"/>
                                      </p:to>
                                    </p:set>
                                    <p:animEffect transition="in" filter="wipe(down)">
                                      <p:cBhvr>
                                        <p:cTn id="213" dur="580">
                                          <p:stCondLst>
                                            <p:cond delay="0"/>
                                          </p:stCondLst>
                                        </p:cTn>
                                        <p:tgtEl>
                                          <p:spTgt spid="21"/>
                                        </p:tgtEl>
                                      </p:cBhvr>
                                    </p:animEffect>
                                    <p:anim calcmode="lin" valueType="num">
                                      <p:cBhvr>
                                        <p:cTn id="214"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215"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216"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217"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218"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219" dur="26">
                                          <p:stCondLst>
                                            <p:cond delay="650"/>
                                          </p:stCondLst>
                                        </p:cTn>
                                        <p:tgtEl>
                                          <p:spTgt spid="21"/>
                                        </p:tgtEl>
                                      </p:cBhvr>
                                      <p:to x="100000" y="60000"/>
                                    </p:animScale>
                                    <p:animScale>
                                      <p:cBhvr>
                                        <p:cTn id="220" dur="166" decel="50000">
                                          <p:stCondLst>
                                            <p:cond delay="676"/>
                                          </p:stCondLst>
                                        </p:cTn>
                                        <p:tgtEl>
                                          <p:spTgt spid="21"/>
                                        </p:tgtEl>
                                      </p:cBhvr>
                                      <p:to x="100000" y="100000"/>
                                    </p:animScale>
                                    <p:animScale>
                                      <p:cBhvr>
                                        <p:cTn id="221" dur="26">
                                          <p:stCondLst>
                                            <p:cond delay="1312"/>
                                          </p:stCondLst>
                                        </p:cTn>
                                        <p:tgtEl>
                                          <p:spTgt spid="21"/>
                                        </p:tgtEl>
                                      </p:cBhvr>
                                      <p:to x="100000" y="80000"/>
                                    </p:animScale>
                                    <p:animScale>
                                      <p:cBhvr>
                                        <p:cTn id="222" dur="166" decel="50000">
                                          <p:stCondLst>
                                            <p:cond delay="1338"/>
                                          </p:stCondLst>
                                        </p:cTn>
                                        <p:tgtEl>
                                          <p:spTgt spid="21"/>
                                        </p:tgtEl>
                                      </p:cBhvr>
                                      <p:to x="100000" y="100000"/>
                                    </p:animScale>
                                    <p:animScale>
                                      <p:cBhvr>
                                        <p:cTn id="223" dur="26">
                                          <p:stCondLst>
                                            <p:cond delay="1642"/>
                                          </p:stCondLst>
                                        </p:cTn>
                                        <p:tgtEl>
                                          <p:spTgt spid="21"/>
                                        </p:tgtEl>
                                      </p:cBhvr>
                                      <p:to x="100000" y="90000"/>
                                    </p:animScale>
                                    <p:animScale>
                                      <p:cBhvr>
                                        <p:cTn id="224" dur="166" decel="50000">
                                          <p:stCondLst>
                                            <p:cond delay="1668"/>
                                          </p:stCondLst>
                                        </p:cTn>
                                        <p:tgtEl>
                                          <p:spTgt spid="21"/>
                                        </p:tgtEl>
                                      </p:cBhvr>
                                      <p:to x="100000" y="100000"/>
                                    </p:animScale>
                                    <p:animScale>
                                      <p:cBhvr>
                                        <p:cTn id="225" dur="26">
                                          <p:stCondLst>
                                            <p:cond delay="1808"/>
                                          </p:stCondLst>
                                        </p:cTn>
                                        <p:tgtEl>
                                          <p:spTgt spid="21"/>
                                        </p:tgtEl>
                                      </p:cBhvr>
                                      <p:to x="100000" y="95000"/>
                                    </p:animScale>
                                    <p:animScale>
                                      <p:cBhvr>
                                        <p:cTn id="226" dur="166" decel="50000">
                                          <p:stCondLst>
                                            <p:cond delay="1834"/>
                                          </p:stCondLst>
                                        </p:cTn>
                                        <p:tgtEl>
                                          <p:spTgt spid="21"/>
                                        </p:tgtEl>
                                      </p:cBhvr>
                                      <p:to x="100000" y="100000"/>
                                    </p:animScale>
                                  </p:childTnLst>
                                </p:cTn>
                              </p:par>
                              <p:par>
                                <p:cTn id="227" presetID="26" presetClass="entr" presetSubtype="0" fill="hold" grpId="0" nodeType="withEffect">
                                  <p:stCondLst>
                                    <p:cond delay="0"/>
                                  </p:stCondLst>
                                  <p:childTnLst>
                                    <p:set>
                                      <p:cBhvr>
                                        <p:cTn id="228" dur="1" fill="hold">
                                          <p:stCondLst>
                                            <p:cond delay="0"/>
                                          </p:stCondLst>
                                        </p:cTn>
                                        <p:tgtEl>
                                          <p:spTgt spid="22"/>
                                        </p:tgtEl>
                                        <p:attrNameLst>
                                          <p:attrName>style.visibility</p:attrName>
                                        </p:attrNameLst>
                                      </p:cBhvr>
                                      <p:to>
                                        <p:strVal val="visible"/>
                                      </p:to>
                                    </p:set>
                                    <p:animEffect transition="in" filter="wipe(down)">
                                      <p:cBhvr>
                                        <p:cTn id="229" dur="580">
                                          <p:stCondLst>
                                            <p:cond delay="0"/>
                                          </p:stCondLst>
                                        </p:cTn>
                                        <p:tgtEl>
                                          <p:spTgt spid="22"/>
                                        </p:tgtEl>
                                      </p:cBhvr>
                                    </p:animEffect>
                                    <p:anim calcmode="lin" valueType="num">
                                      <p:cBhvr>
                                        <p:cTn id="230"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31"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32"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33"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34"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35" dur="26">
                                          <p:stCondLst>
                                            <p:cond delay="650"/>
                                          </p:stCondLst>
                                        </p:cTn>
                                        <p:tgtEl>
                                          <p:spTgt spid="22"/>
                                        </p:tgtEl>
                                      </p:cBhvr>
                                      <p:to x="100000" y="60000"/>
                                    </p:animScale>
                                    <p:animScale>
                                      <p:cBhvr>
                                        <p:cTn id="236" dur="166" decel="50000">
                                          <p:stCondLst>
                                            <p:cond delay="676"/>
                                          </p:stCondLst>
                                        </p:cTn>
                                        <p:tgtEl>
                                          <p:spTgt spid="22"/>
                                        </p:tgtEl>
                                      </p:cBhvr>
                                      <p:to x="100000" y="100000"/>
                                    </p:animScale>
                                    <p:animScale>
                                      <p:cBhvr>
                                        <p:cTn id="237" dur="26">
                                          <p:stCondLst>
                                            <p:cond delay="1312"/>
                                          </p:stCondLst>
                                        </p:cTn>
                                        <p:tgtEl>
                                          <p:spTgt spid="22"/>
                                        </p:tgtEl>
                                      </p:cBhvr>
                                      <p:to x="100000" y="80000"/>
                                    </p:animScale>
                                    <p:animScale>
                                      <p:cBhvr>
                                        <p:cTn id="238" dur="166" decel="50000">
                                          <p:stCondLst>
                                            <p:cond delay="1338"/>
                                          </p:stCondLst>
                                        </p:cTn>
                                        <p:tgtEl>
                                          <p:spTgt spid="22"/>
                                        </p:tgtEl>
                                      </p:cBhvr>
                                      <p:to x="100000" y="100000"/>
                                    </p:animScale>
                                    <p:animScale>
                                      <p:cBhvr>
                                        <p:cTn id="239" dur="26">
                                          <p:stCondLst>
                                            <p:cond delay="1642"/>
                                          </p:stCondLst>
                                        </p:cTn>
                                        <p:tgtEl>
                                          <p:spTgt spid="22"/>
                                        </p:tgtEl>
                                      </p:cBhvr>
                                      <p:to x="100000" y="90000"/>
                                    </p:animScale>
                                    <p:animScale>
                                      <p:cBhvr>
                                        <p:cTn id="240" dur="166" decel="50000">
                                          <p:stCondLst>
                                            <p:cond delay="1668"/>
                                          </p:stCondLst>
                                        </p:cTn>
                                        <p:tgtEl>
                                          <p:spTgt spid="22"/>
                                        </p:tgtEl>
                                      </p:cBhvr>
                                      <p:to x="100000" y="100000"/>
                                    </p:animScale>
                                    <p:animScale>
                                      <p:cBhvr>
                                        <p:cTn id="241" dur="26">
                                          <p:stCondLst>
                                            <p:cond delay="1808"/>
                                          </p:stCondLst>
                                        </p:cTn>
                                        <p:tgtEl>
                                          <p:spTgt spid="22"/>
                                        </p:tgtEl>
                                      </p:cBhvr>
                                      <p:to x="100000" y="95000"/>
                                    </p:animScale>
                                    <p:animScale>
                                      <p:cBhvr>
                                        <p:cTn id="242" dur="166" decel="50000">
                                          <p:stCondLst>
                                            <p:cond delay="1834"/>
                                          </p:stCondLst>
                                        </p:cTn>
                                        <p:tgtEl>
                                          <p:spTgt spid="22"/>
                                        </p:tgtEl>
                                      </p:cBhvr>
                                      <p:to x="100000" y="100000"/>
                                    </p:animScale>
                                  </p:childTnLst>
                                </p:cTn>
                              </p:par>
                              <p:par>
                                <p:cTn id="243" presetID="26" presetClass="entr" presetSubtype="0" fill="hold" grpId="0" nodeType="withEffect">
                                  <p:stCondLst>
                                    <p:cond delay="0"/>
                                  </p:stCondLst>
                                  <p:childTnLst>
                                    <p:set>
                                      <p:cBhvr>
                                        <p:cTn id="244" dur="1" fill="hold">
                                          <p:stCondLst>
                                            <p:cond delay="0"/>
                                          </p:stCondLst>
                                        </p:cTn>
                                        <p:tgtEl>
                                          <p:spTgt spid="23"/>
                                        </p:tgtEl>
                                        <p:attrNameLst>
                                          <p:attrName>style.visibility</p:attrName>
                                        </p:attrNameLst>
                                      </p:cBhvr>
                                      <p:to>
                                        <p:strVal val="visible"/>
                                      </p:to>
                                    </p:set>
                                    <p:animEffect transition="in" filter="wipe(down)">
                                      <p:cBhvr>
                                        <p:cTn id="245" dur="580">
                                          <p:stCondLst>
                                            <p:cond delay="0"/>
                                          </p:stCondLst>
                                        </p:cTn>
                                        <p:tgtEl>
                                          <p:spTgt spid="23"/>
                                        </p:tgtEl>
                                      </p:cBhvr>
                                    </p:animEffect>
                                    <p:anim calcmode="lin" valueType="num">
                                      <p:cBhvr>
                                        <p:cTn id="246"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247"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248"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249"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250"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251" dur="26">
                                          <p:stCondLst>
                                            <p:cond delay="650"/>
                                          </p:stCondLst>
                                        </p:cTn>
                                        <p:tgtEl>
                                          <p:spTgt spid="23"/>
                                        </p:tgtEl>
                                      </p:cBhvr>
                                      <p:to x="100000" y="60000"/>
                                    </p:animScale>
                                    <p:animScale>
                                      <p:cBhvr>
                                        <p:cTn id="252" dur="166" decel="50000">
                                          <p:stCondLst>
                                            <p:cond delay="676"/>
                                          </p:stCondLst>
                                        </p:cTn>
                                        <p:tgtEl>
                                          <p:spTgt spid="23"/>
                                        </p:tgtEl>
                                      </p:cBhvr>
                                      <p:to x="100000" y="100000"/>
                                    </p:animScale>
                                    <p:animScale>
                                      <p:cBhvr>
                                        <p:cTn id="253" dur="26">
                                          <p:stCondLst>
                                            <p:cond delay="1312"/>
                                          </p:stCondLst>
                                        </p:cTn>
                                        <p:tgtEl>
                                          <p:spTgt spid="23"/>
                                        </p:tgtEl>
                                      </p:cBhvr>
                                      <p:to x="100000" y="80000"/>
                                    </p:animScale>
                                    <p:animScale>
                                      <p:cBhvr>
                                        <p:cTn id="254" dur="166" decel="50000">
                                          <p:stCondLst>
                                            <p:cond delay="1338"/>
                                          </p:stCondLst>
                                        </p:cTn>
                                        <p:tgtEl>
                                          <p:spTgt spid="23"/>
                                        </p:tgtEl>
                                      </p:cBhvr>
                                      <p:to x="100000" y="100000"/>
                                    </p:animScale>
                                    <p:animScale>
                                      <p:cBhvr>
                                        <p:cTn id="255" dur="26">
                                          <p:stCondLst>
                                            <p:cond delay="1642"/>
                                          </p:stCondLst>
                                        </p:cTn>
                                        <p:tgtEl>
                                          <p:spTgt spid="23"/>
                                        </p:tgtEl>
                                      </p:cBhvr>
                                      <p:to x="100000" y="90000"/>
                                    </p:animScale>
                                    <p:animScale>
                                      <p:cBhvr>
                                        <p:cTn id="256" dur="166" decel="50000">
                                          <p:stCondLst>
                                            <p:cond delay="1668"/>
                                          </p:stCondLst>
                                        </p:cTn>
                                        <p:tgtEl>
                                          <p:spTgt spid="23"/>
                                        </p:tgtEl>
                                      </p:cBhvr>
                                      <p:to x="100000" y="100000"/>
                                    </p:animScale>
                                    <p:animScale>
                                      <p:cBhvr>
                                        <p:cTn id="257" dur="26">
                                          <p:stCondLst>
                                            <p:cond delay="1808"/>
                                          </p:stCondLst>
                                        </p:cTn>
                                        <p:tgtEl>
                                          <p:spTgt spid="23"/>
                                        </p:tgtEl>
                                      </p:cBhvr>
                                      <p:to x="100000" y="95000"/>
                                    </p:animScale>
                                    <p:animScale>
                                      <p:cBhvr>
                                        <p:cTn id="258" dur="166" decel="50000">
                                          <p:stCondLst>
                                            <p:cond delay="1834"/>
                                          </p:stCondLst>
                                        </p:cTn>
                                        <p:tgtEl>
                                          <p:spTgt spid="2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P spid="8"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Palette de couleurs</a:t>
            </a:r>
            <a:endParaRPr lang="en-US" sz="2200" dirty="0"/>
          </a:p>
        </p:txBody>
      </p:sp>
      <p:sp>
        <p:nvSpPr>
          <p:cNvPr id="4" name="Shape 2"/>
          <p:cNvSpPr/>
          <p:nvPr/>
        </p:nvSpPr>
        <p:spPr>
          <a:xfrm>
            <a:off x="320040" y="914400"/>
            <a:ext cx="1554480" cy="1828800"/>
          </a:xfrm>
          <a:prstGeom prst="roundRect">
            <a:avLst>
              <a:gd name="adj" fmla="val 5882"/>
            </a:avLst>
          </a:prstGeom>
          <a:solidFill>
            <a:srgbClr val="0D6EFD"/>
          </a:solidFill>
          <a:ln w="12700">
            <a:solidFill>
              <a:srgbClr val="0D6EFD"/>
            </a:solidFill>
            <a:prstDash val="solid"/>
          </a:ln>
        </p:spPr>
        <p:txBody>
          <a:bodyPr/>
          <a:lstStyle/>
          <a:p>
            <a:endParaRPr lang="fr-FR"/>
          </a:p>
        </p:txBody>
      </p:sp>
      <p:sp>
        <p:nvSpPr>
          <p:cNvPr id="5" name="Text 3"/>
          <p:cNvSpPr/>
          <p:nvPr/>
        </p:nvSpPr>
        <p:spPr>
          <a:xfrm>
            <a:off x="320040" y="2103120"/>
            <a:ext cx="155448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6" name="Text 4"/>
          <p:cNvSpPr/>
          <p:nvPr/>
        </p:nvSpPr>
        <p:spPr>
          <a:xfrm>
            <a:off x="320040" y="2834640"/>
            <a:ext cx="1554480" cy="347472"/>
          </a:xfrm>
          <a:prstGeom prst="rect">
            <a:avLst/>
          </a:prstGeom>
          <a:noFill/>
          <a:ln/>
        </p:spPr>
        <p:txBody>
          <a:bodyPr wrap="square"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Bleu Primaire</a:t>
            </a:r>
            <a:endParaRPr lang="en-US" sz="1250" dirty="0"/>
          </a:p>
        </p:txBody>
      </p:sp>
      <p:sp>
        <p:nvSpPr>
          <p:cNvPr id="7" name="Shape 5"/>
          <p:cNvSpPr/>
          <p:nvPr/>
        </p:nvSpPr>
        <p:spPr>
          <a:xfrm>
            <a:off x="502920" y="3218688"/>
            <a:ext cx="1188720" cy="292608"/>
          </a:xfrm>
          <a:prstGeom prst="roundRect">
            <a:avLst>
              <a:gd name="adj" fmla="val 18750"/>
            </a:avLst>
          </a:prstGeom>
          <a:solidFill>
            <a:srgbClr val="EFF6FF"/>
          </a:solidFill>
          <a:ln w="12700">
            <a:solidFill>
              <a:srgbClr val="DBEAFE"/>
            </a:solidFill>
            <a:prstDash val="solid"/>
          </a:ln>
        </p:spPr>
        <p:txBody>
          <a:bodyPr/>
          <a:lstStyle/>
          <a:p>
            <a:endParaRPr lang="fr-FR"/>
          </a:p>
        </p:txBody>
      </p:sp>
      <p:sp>
        <p:nvSpPr>
          <p:cNvPr id="8" name="Text 6"/>
          <p:cNvSpPr/>
          <p:nvPr/>
        </p:nvSpPr>
        <p:spPr>
          <a:xfrm>
            <a:off x="502920" y="3218688"/>
            <a:ext cx="1188720" cy="292608"/>
          </a:xfrm>
          <a:prstGeom prst="rect">
            <a:avLst/>
          </a:prstGeom>
          <a:noFill/>
          <a:ln/>
        </p:spPr>
        <p:txBody>
          <a:bodyPr wrap="square" rtlCol="0" anchor="ctr"/>
          <a:lstStyle/>
          <a:p>
            <a:pPr marL="0" indent="0" algn="ctr">
              <a:buNone/>
            </a:pPr>
            <a:r>
              <a:rPr lang="en-US" sz="1050" b="1" dirty="0">
                <a:solidFill>
                  <a:srgbClr val="0A58CA"/>
                </a:solidFill>
                <a:latin typeface="Courier New" pitchFamily="34" charset="0"/>
                <a:ea typeface="Courier New" pitchFamily="34" charset="-122"/>
                <a:cs typeface="Courier New" pitchFamily="34" charset="-120"/>
              </a:rPr>
              <a:t>#0D6EFD</a:t>
            </a:r>
            <a:endParaRPr lang="en-US" sz="1050" dirty="0"/>
          </a:p>
        </p:txBody>
      </p:sp>
      <p:sp>
        <p:nvSpPr>
          <p:cNvPr id="9" name="Text 7"/>
          <p:cNvSpPr/>
          <p:nvPr/>
        </p:nvSpPr>
        <p:spPr>
          <a:xfrm>
            <a:off x="274320" y="3566160"/>
            <a:ext cx="1645920" cy="12801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Couleur principale Bootstrap — inspire la confiance.</a:t>
            </a:r>
            <a:endParaRPr lang="en-US" sz="1050" dirty="0"/>
          </a:p>
        </p:txBody>
      </p:sp>
      <p:sp>
        <p:nvSpPr>
          <p:cNvPr id="10" name="Shape 8"/>
          <p:cNvSpPr/>
          <p:nvPr/>
        </p:nvSpPr>
        <p:spPr>
          <a:xfrm>
            <a:off x="2029968" y="914400"/>
            <a:ext cx="1554480" cy="1828800"/>
          </a:xfrm>
          <a:prstGeom prst="roundRect">
            <a:avLst>
              <a:gd name="adj" fmla="val 5882"/>
            </a:avLst>
          </a:prstGeom>
          <a:solidFill>
            <a:srgbClr val="0A58CA"/>
          </a:solidFill>
          <a:ln w="12700">
            <a:solidFill>
              <a:srgbClr val="0A58CA"/>
            </a:solidFill>
            <a:prstDash val="solid"/>
          </a:ln>
        </p:spPr>
        <p:txBody>
          <a:bodyPr/>
          <a:lstStyle/>
          <a:p>
            <a:endParaRPr lang="fr-FR"/>
          </a:p>
        </p:txBody>
      </p:sp>
      <p:sp>
        <p:nvSpPr>
          <p:cNvPr id="11" name="Text 9"/>
          <p:cNvSpPr/>
          <p:nvPr/>
        </p:nvSpPr>
        <p:spPr>
          <a:xfrm>
            <a:off x="2029968" y="2103120"/>
            <a:ext cx="155448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12" name="Text 10"/>
          <p:cNvSpPr/>
          <p:nvPr/>
        </p:nvSpPr>
        <p:spPr>
          <a:xfrm>
            <a:off x="2029968" y="2834640"/>
            <a:ext cx="1554480" cy="347472"/>
          </a:xfrm>
          <a:prstGeom prst="rect">
            <a:avLst/>
          </a:prstGeom>
          <a:noFill/>
          <a:ln/>
        </p:spPr>
        <p:txBody>
          <a:bodyPr wrap="square"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Bleu Foncé</a:t>
            </a:r>
            <a:endParaRPr lang="en-US" sz="1250" dirty="0"/>
          </a:p>
        </p:txBody>
      </p:sp>
      <p:sp>
        <p:nvSpPr>
          <p:cNvPr id="13" name="Shape 11"/>
          <p:cNvSpPr/>
          <p:nvPr/>
        </p:nvSpPr>
        <p:spPr>
          <a:xfrm>
            <a:off x="2212848" y="3218688"/>
            <a:ext cx="1188720" cy="292608"/>
          </a:xfrm>
          <a:prstGeom prst="roundRect">
            <a:avLst>
              <a:gd name="adj" fmla="val 18750"/>
            </a:avLst>
          </a:prstGeom>
          <a:solidFill>
            <a:srgbClr val="EFF6FF"/>
          </a:solidFill>
          <a:ln w="12700">
            <a:solidFill>
              <a:srgbClr val="DBEAFE"/>
            </a:solidFill>
            <a:prstDash val="solid"/>
          </a:ln>
        </p:spPr>
        <p:txBody>
          <a:bodyPr/>
          <a:lstStyle/>
          <a:p>
            <a:endParaRPr lang="fr-FR"/>
          </a:p>
        </p:txBody>
      </p:sp>
      <p:sp>
        <p:nvSpPr>
          <p:cNvPr id="14" name="Text 12"/>
          <p:cNvSpPr/>
          <p:nvPr/>
        </p:nvSpPr>
        <p:spPr>
          <a:xfrm>
            <a:off x="2212848" y="3218688"/>
            <a:ext cx="1188720" cy="292608"/>
          </a:xfrm>
          <a:prstGeom prst="rect">
            <a:avLst/>
          </a:prstGeom>
          <a:noFill/>
          <a:ln/>
        </p:spPr>
        <p:txBody>
          <a:bodyPr wrap="square" rtlCol="0" anchor="ctr"/>
          <a:lstStyle/>
          <a:p>
            <a:pPr marL="0" indent="0" algn="ctr">
              <a:buNone/>
            </a:pPr>
            <a:r>
              <a:rPr lang="en-US" sz="1050" b="1" dirty="0">
                <a:solidFill>
                  <a:srgbClr val="0A58CA"/>
                </a:solidFill>
                <a:latin typeface="Courier New" pitchFamily="34" charset="0"/>
                <a:ea typeface="Courier New" pitchFamily="34" charset="-122"/>
                <a:cs typeface="Courier New" pitchFamily="34" charset="-120"/>
              </a:rPr>
              <a:t>#0A58CA</a:t>
            </a:r>
            <a:endParaRPr lang="en-US" sz="1050" dirty="0"/>
          </a:p>
        </p:txBody>
      </p:sp>
      <p:sp>
        <p:nvSpPr>
          <p:cNvPr id="15" name="Text 13"/>
          <p:cNvSpPr/>
          <p:nvPr/>
        </p:nvSpPr>
        <p:spPr>
          <a:xfrm>
            <a:off x="1984248" y="3566160"/>
            <a:ext cx="1645920" cy="12801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Hovers et boutons d'action.</a:t>
            </a:r>
            <a:endParaRPr lang="en-US" sz="1050" dirty="0"/>
          </a:p>
        </p:txBody>
      </p:sp>
      <p:sp>
        <p:nvSpPr>
          <p:cNvPr id="16" name="Shape 14"/>
          <p:cNvSpPr/>
          <p:nvPr/>
        </p:nvSpPr>
        <p:spPr>
          <a:xfrm>
            <a:off x="3739896" y="914400"/>
            <a:ext cx="1554480" cy="1828800"/>
          </a:xfrm>
          <a:prstGeom prst="roundRect">
            <a:avLst>
              <a:gd name="adj" fmla="val 5882"/>
            </a:avLst>
          </a:prstGeom>
          <a:solidFill>
            <a:srgbClr val="60A5FA"/>
          </a:solidFill>
          <a:ln w="12700">
            <a:solidFill>
              <a:srgbClr val="60A5FA"/>
            </a:solidFill>
            <a:prstDash val="solid"/>
          </a:ln>
        </p:spPr>
        <p:txBody>
          <a:bodyPr/>
          <a:lstStyle/>
          <a:p>
            <a:endParaRPr lang="fr-FR"/>
          </a:p>
        </p:txBody>
      </p:sp>
      <p:sp>
        <p:nvSpPr>
          <p:cNvPr id="17" name="Text 15"/>
          <p:cNvSpPr/>
          <p:nvPr/>
        </p:nvSpPr>
        <p:spPr>
          <a:xfrm>
            <a:off x="3739896" y="2103120"/>
            <a:ext cx="1554480" cy="548640"/>
          </a:xfrm>
          <a:prstGeom prst="rect">
            <a:avLst/>
          </a:prstGeom>
          <a:noFill/>
          <a:ln/>
        </p:spPr>
        <p:txBody>
          <a:bodyPr wrap="square" rtlCol="0" anchor="ctr"/>
          <a:lstStyle/>
          <a:p>
            <a:pPr marL="0" indent="0" algn="ctr">
              <a:buNone/>
            </a:pPr>
            <a:r>
              <a:rPr lang="en-US" sz="2000" b="1" dirty="0">
                <a:solidFill>
                  <a:srgbClr val="1E293B"/>
                </a:solidFill>
                <a:latin typeface="Calibri" pitchFamily="34" charset="0"/>
                <a:ea typeface="Calibri" pitchFamily="34" charset="-122"/>
                <a:cs typeface="Calibri" pitchFamily="34" charset="-120"/>
              </a:rPr>
              <a:t>10%</a:t>
            </a:r>
            <a:endParaRPr lang="en-US" sz="2000" dirty="0"/>
          </a:p>
        </p:txBody>
      </p:sp>
      <p:sp>
        <p:nvSpPr>
          <p:cNvPr id="18" name="Text 16"/>
          <p:cNvSpPr/>
          <p:nvPr/>
        </p:nvSpPr>
        <p:spPr>
          <a:xfrm>
            <a:off x="3739896" y="2834640"/>
            <a:ext cx="1554480" cy="347472"/>
          </a:xfrm>
          <a:prstGeom prst="rect">
            <a:avLst/>
          </a:prstGeom>
          <a:noFill/>
          <a:ln/>
        </p:spPr>
        <p:txBody>
          <a:bodyPr wrap="square"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Bleu Clair</a:t>
            </a:r>
            <a:endParaRPr lang="en-US" sz="1250" dirty="0"/>
          </a:p>
        </p:txBody>
      </p:sp>
      <p:sp>
        <p:nvSpPr>
          <p:cNvPr id="19" name="Shape 17"/>
          <p:cNvSpPr/>
          <p:nvPr/>
        </p:nvSpPr>
        <p:spPr>
          <a:xfrm>
            <a:off x="3922776" y="3218688"/>
            <a:ext cx="1188720" cy="292608"/>
          </a:xfrm>
          <a:prstGeom prst="roundRect">
            <a:avLst>
              <a:gd name="adj" fmla="val 18750"/>
            </a:avLst>
          </a:prstGeom>
          <a:solidFill>
            <a:srgbClr val="EFF6FF"/>
          </a:solidFill>
          <a:ln w="12700">
            <a:solidFill>
              <a:srgbClr val="DBEAFE"/>
            </a:solidFill>
            <a:prstDash val="solid"/>
          </a:ln>
        </p:spPr>
        <p:txBody>
          <a:bodyPr/>
          <a:lstStyle/>
          <a:p>
            <a:endParaRPr lang="fr-FR"/>
          </a:p>
        </p:txBody>
      </p:sp>
      <p:sp>
        <p:nvSpPr>
          <p:cNvPr id="20" name="Text 18"/>
          <p:cNvSpPr/>
          <p:nvPr/>
        </p:nvSpPr>
        <p:spPr>
          <a:xfrm>
            <a:off x="3922776" y="3218688"/>
            <a:ext cx="1188720" cy="292608"/>
          </a:xfrm>
          <a:prstGeom prst="rect">
            <a:avLst/>
          </a:prstGeom>
          <a:noFill/>
          <a:ln/>
        </p:spPr>
        <p:txBody>
          <a:bodyPr wrap="square" rtlCol="0" anchor="ctr"/>
          <a:lstStyle/>
          <a:p>
            <a:pPr marL="0" indent="0" algn="ctr">
              <a:buNone/>
            </a:pPr>
            <a:r>
              <a:rPr lang="en-US" sz="1050" b="1" dirty="0">
                <a:solidFill>
                  <a:srgbClr val="0A58CA"/>
                </a:solidFill>
                <a:latin typeface="Courier New" pitchFamily="34" charset="0"/>
                <a:ea typeface="Courier New" pitchFamily="34" charset="-122"/>
                <a:cs typeface="Courier New" pitchFamily="34" charset="-120"/>
              </a:rPr>
              <a:t>#60A5FA</a:t>
            </a:r>
            <a:endParaRPr lang="en-US" sz="1050" dirty="0"/>
          </a:p>
        </p:txBody>
      </p:sp>
      <p:sp>
        <p:nvSpPr>
          <p:cNvPr id="21" name="Text 19"/>
          <p:cNvSpPr/>
          <p:nvPr/>
        </p:nvSpPr>
        <p:spPr>
          <a:xfrm>
            <a:off x="3694176" y="3566160"/>
            <a:ext cx="1645920" cy="12801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Détails visuels et icônes.</a:t>
            </a:r>
            <a:endParaRPr lang="en-US" sz="1050" dirty="0"/>
          </a:p>
        </p:txBody>
      </p:sp>
      <p:sp>
        <p:nvSpPr>
          <p:cNvPr id="22" name="Shape 20"/>
          <p:cNvSpPr/>
          <p:nvPr/>
        </p:nvSpPr>
        <p:spPr>
          <a:xfrm>
            <a:off x="5449824" y="914400"/>
            <a:ext cx="1554480" cy="1828800"/>
          </a:xfrm>
          <a:prstGeom prst="roundRect">
            <a:avLst>
              <a:gd name="adj" fmla="val 5882"/>
            </a:avLst>
          </a:prstGeom>
          <a:solidFill>
            <a:srgbClr val="F8F9FA"/>
          </a:solidFill>
          <a:ln w="12700">
            <a:solidFill>
              <a:srgbClr val="E2E8F0"/>
            </a:solidFill>
            <a:prstDash val="solid"/>
          </a:ln>
        </p:spPr>
        <p:txBody>
          <a:bodyPr/>
          <a:lstStyle/>
          <a:p>
            <a:endParaRPr lang="fr-FR"/>
          </a:p>
        </p:txBody>
      </p:sp>
      <p:sp>
        <p:nvSpPr>
          <p:cNvPr id="23" name="Text 21"/>
          <p:cNvSpPr/>
          <p:nvPr/>
        </p:nvSpPr>
        <p:spPr>
          <a:xfrm>
            <a:off x="5449824" y="2834640"/>
            <a:ext cx="1554480" cy="347472"/>
          </a:xfrm>
          <a:prstGeom prst="rect">
            <a:avLst/>
          </a:prstGeom>
          <a:noFill/>
          <a:ln/>
        </p:spPr>
        <p:txBody>
          <a:bodyPr wrap="square"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Fond Clair</a:t>
            </a:r>
            <a:endParaRPr lang="en-US" sz="1250" dirty="0"/>
          </a:p>
        </p:txBody>
      </p:sp>
      <p:sp>
        <p:nvSpPr>
          <p:cNvPr id="24" name="Shape 22"/>
          <p:cNvSpPr/>
          <p:nvPr/>
        </p:nvSpPr>
        <p:spPr>
          <a:xfrm>
            <a:off x="5632704" y="3218688"/>
            <a:ext cx="1188720" cy="292608"/>
          </a:xfrm>
          <a:prstGeom prst="roundRect">
            <a:avLst>
              <a:gd name="adj" fmla="val 18750"/>
            </a:avLst>
          </a:prstGeom>
          <a:solidFill>
            <a:srgbClr val="EFF6FF"/>
          </a:solidFill>
          <a:ln w="12700">
            <a:solidFill>
              <a:srgbClr val="DBEAFE"/>
            </a:solidFill>
            <a:prstDash val="solid"/>
          </a:ln>
        </p:spPr>
        <p:txBody>
          <a:bodyPr/>
          <a:lstStyle/>
          <a:p>
            <a:endParaRPr lang="fr-FR"/>
          </a:p>
        </p:txBody>
      </p:sp>
      <p:sp>
        <p:nvSpPr>
          <p:cNvPr id="25" name="Text 23"/>
          <p:cNvSpPr/>
          <p:nvPr/>
        </p:nvSpPr>
        <p:spPr>
          <a:xfrm>
            <a:off x="5632704" y="3218688"/>
            <a:ext cx="1188720" cy="292608"/>
          </a:xfrm>
          <a:prstGeom prst="rect">
            <a:avLst/>
          </a:prstGeom>
          <a:noFill/>
          <a:ln/>
        </p:spPr>
        <p:txBody>
          <a:bodyPr wrap="square" rtlCol="0" anchor="ctr"/>
          <a:lstStyle/>
          <a:p>
            <a:pPr marL="0" indent="0" algn="ctr">
              <a:buNone/>
            </a:pPr>
            <a:r>
              <a:rPr lang="en-US" sz="1050" b="1" dirty="0">
                <a:solidFill>
                  <a:srgbClr val="0A58CA"/>
                </a:solidFill>
                <a:latin typeface="Courier New" pitchFamily="34" charset="0"/>
                <a:ea typeface="Courier New" pitchFamily="34" charset="-122"/>
                <a:cs typeface="Courier New" pitchFamily="34" charset="-120"/>
              </a:rPr>
              <a:t>#F8F9FA</a:t>
            </a:r>
            <a:endParaRPr lang="en-US" sz="1050" dirty="0"/>
          </a:p>
        </p:txBody>
      </p:sp>
      <p:sp>
        <p:nvSpPr>
          <p:cNvPr id="26" name="Text 24"/>
          <p:cNvSpPr/>
          <p:nvPr/>
        </p:nvSpPr>
        <p:spPr>
          <a:xfrm>
            <a:off x="5404104" y="3566160"/>
            <a:ext cx="1645920" cy="12801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Fond principal, respiration visuelle.</a:t>
            </a:r>
            <a:endParaRPr lang="en-US" sz="1050" dirty="0"/>
          </a:p>
        </p:txBody>
      </p:sp>
      <p:sp>
        <p:nvSpPr>
          <p:cNvPr id="27" name="Shape 25"/>
          <p:cNvSpPr/>
          <p:nvPr/>
        </p:nvSpPr>
        <p:spPr>
          <a:xfrm>
            <a:off x="7159752" y="914400"/>
            <a:ext cx="1554480" cy="1828800"/>
          </a:xfrm>
          <a:prstGeom prst="roundRect">
            <a:avLst>
              <a:gd name="adj" fmla="val 5882"/>
            </a:avLst>
          </a:prstGeom>
          <a:solidFill>
            <a:srgbClr val="1E293B"/>
          </a:solidFill>
          <a:ln w="12700">
            <a:solidFill>
              <a:srgbClr val="1E293B"/>
            </a:solidFill>
            <a:prstDash val="solid"/>
          </a:ln>
        </p:spPr>
        <p:txBody>
          <a:bodyPr/>
          <a:lstStyle/>
          <a:p>
            <a:endParaRPr lang="fr-FR"/>
          </a:p>
        </p:txBody>
      </p:sp>
      <p:sp>
        <p:nvSpPr>
          <p:cNvPr id="28" name="Text 26"/>
          <p:cNvSpPr/>
          <p:nvPr/>
        </p:nvSpPr>
        <p:spPr>
          <a:xfrm>
            <a:off x="7159752" y="2834640"/>
            <a:ext cx="1554480" cy="347472"/>
          </a:xfrm>
          <a:prstGeom prst="rect">
            <a:avLst/>
          </a:prstGeom>
          <a:noFill/>
          <a:ln/>
        </p:spPr>
        <p:txBody>
          <a:bodyPr wrap="square"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Texte Sombre</a:t>
            </a:r>
            <a:endParaRPr lang="en-US" sz="1250" dirty="0"/>
          </a:p>
        </p:txBody>
      </p:sp>
      <p:sp>
        <p:nvSpPr>
          <p:cNvPr id="29" name="Shape 27"/>
          <p:cNvSpPr/>
          <p:nvPr/>
        </p:nvSpPr>
        <p:spPr>
          <a:xfrm>
            <a:off x="7342632" y="3218688"/>
            <a:ext cx="1188720" cy="292608"/>
          </a:xfrm>
          <a:prstGeom prst="roundRect">
            <a:avLst>
              <a:gd name="adj" fmla="val 18750"/>
            </a:avLst>
          </a:prstGeom>
          <a:solidFill>
            <a:srgbClr val="EFF6FF"/>
          </a:solidFill>
          <a:ln w="12700">
            <a:solidFill>
              <a:srgbClr val="DBEAFE"/>
            </a:solidFill>
            <a:prstDash val="solid"/>
          </a:ln>
        </p:spPr>
        <p:txBody>
          <a:bodyPr/>
          <a:lstStyle/>
          <a:p>
            <a:endParaRPr lang="fr-FR"/>
          </a:p>
        </p:txBody>
      </p:sp>
      <p:sp>
        <p:nvSpPr>
          <p:cNvPr id="30" name="Text 28"/>
          <p:cNvSpPr/>
          <p:nvPr/>
        </p:nvSpPr>
        <p:spPr>
          <a:xfrm>
            <a:off x="7342632" y="3218688"/>
            <a:ext cx="1188720" cy="292608"/>
          </a:xfrm>
          <a:prstGeom prst="rect">
            <a:avLst/>
          </a:prstGeom>
          <a:noFill/>
          <a:ln/>
        </p:spPr>
        <p:txBody>
          <a:bodyPr wrap="square" rtlCol="0" anchor="ctr"/>
          <a:lstStyle/>
          <a:p>
            <a:pPr marL="0" indent="0" algn="ctr">
              <a:buNone/>
            </a:pPr>
            <a:r>
              <a:rPr lang="en-US" sz="1050" b="1" dirty="0">
                <a:solidFill>
                  <a:srgbClr val="0A58CA"/>
                </a:solidFill>
                <a:latin typeface="Courier New" pitchFamily="34" charset="0"/>
                <a:ea typeface="Courier New" pitchFamily="34" charset="-122"/>
                <a:cs typeface="Courier New" pitchFamily="34" charset="-120"/>
              </a:rPr>
              <a:t>#1E293B</a:t>
            </a:r>
            <a:endParaRPr lang="en-US" sz="1050" dirty="0"/>
          </a:p>
        </p:txBody>
      </p:sp>
      <p:sp>
        <p:nvSpPr>
          <p:cNvPr id="31" name="Text 29"/>
          <p:cNvSpPr/>
          <p:nvPr/>
        </p:nvSpPr>
        <p:spPr>
          <a:xfrm>
            <a:off x="7114032" y="3566160"/>
            <a:ext cx="1645920" cy="12801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Corps du texte, lisibilité maximale.</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500" fill="hold"/>
                                        <p:tgtEl>
                                          <p:spTgt spid="13"/>
                                        </p:tgtEl>
                                        <p:attrNameLst>
                                          <p:attrName>ppt_w</p:attrName>
                                        </p:attrNameLst>
                                      </p:cBhvr>
                                      <p:tavLst>
                                        <p:tav tm="0">
                                          <p:val>
                                            <p:fltVal val="0"/>
                                          </p:val>
                                        </p:tav>
                                        <p:tav tm="100000">
                                          <p:val>
                                            <p:strVal val="#ppt_w"/>
                                          </p:val>
                                        </p:tav>
                                      </p:tavLst>
                                    </p:anim>
                                    <p:anim calcmode="lin" valueType="num">
                                      <p:cBhvr>
                                        <p:cTn id="55" dur="500" fill="hold"/>
                                        <p:tgtEl>
                                          <p:spTgt spid="13"/>
                                        </p:tgtEl>
                                        <p:attrNameLst>
                                          <p:attrName>ppt_h</p:attrName>
                                        </p:attrNameLst>
                                      </p:cBhvr>
                                      <p:tavLst>
                                        <p:tav tm="0">
                                          <p:val>
                                            <p:fltVal val="0"/>
                                          </p:val>
                                        </p:tav>
                                        <p:tav tm="100000">
                                          <p:val>
                                            <p:strVal val="#ppt_h"/>
                                          </p:val>
                                        </p:tav>
                                      </p:tavLst>
                                    </p:anim>
                                    <p:animEffect transition="in" filter="fade">
                                      <p:cBhvr>
                                        <p:cTn id="56" dur="500"/>
                                        <p:tgtEl>
                                          <p:spTgt spid="13"/>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p:cTn id="59" dur="500" fill="hold"/>
                                        <p:tgtEl>
                                          <p:spTgt spid="14"/>
                                        </p:tgtEl>
                                        <p:attrNameLst>
                                          <p:attrName>ppt_w</p:attrName>
                                        </p:attrNameLst>
                                      </p:cBhvr>
                                      <p:tavLst>
                                        <p:tav tm="0">
                                          <p:val>
                                            <p:fltVal val="0"/>
                                          </p:val>
                                        </p:tav>
                                        <p:tav tm="100000">
                                          <p:val>
                                            <p:strVal val="#ppt_w"/>
                                          </p:val>
                                        </p:tav>
                                      </p:tavLst>
                                    </p:anim>
                                    <p:anim calcmode="lin" valueType="num">
                                      <p:cBhvr>
                                        <p:cTn id="60" dur="500" fill="hold"/>
                                        <p:tgtEl>
                                          <p:spTgt spid="14"/>
                                        </p:tgtEl>
                                        <p:attrNameLst>
                                          <p:attrName>ppt_h</p:attrName>
                                        </p:attrNameLst>
                                      </p:cBhvr>
                                      <p:tavLst>
                                        <p:tav tm="0">
                                          <p:val>
                                            <p:fltVal val="0"/>
                                          </p:val>
                                        </p:tav>
                                        <p:tav tm="100000">
                                          <p:val>
                                            <p:strVal val="#ppt_h"/>
                                          </p:val>
                                        </p:tav>
                                      </p:tavLst>
                                    </p:anim>
                                    <p:animEffect transition="in" filter="fade">
                                      <p:cBhvr>
                                        <p:cTn id="61" dur="500"/>
                                        <p:tgtEl>
                                          <p:spTgt spid="14"/>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fltVal val="0"/>
                                          </p:val>
                                        </p:tav>
                                        <p:tav tm="100000">
                                          <p:val>
                                            <p:strVal val="#ppt_w"/>
                                          </p:val>
                                        </p:tav>
                                      </p:tavLst>
                                    </p:anim>
                                    <p:anim calcmode="lin" valueType="num">
                                      <p:cBhvr>
                                        <p:cTn id="65" dur="500" fill="hold"/>
                                        <p:tgtEl>
                                          <p:spTgt spid="16"/>
                                        </p:tgtEl>
                                        <p:attrNameLst>
                                          <p:attrName>ppt_h</p:attrName>
                                        </p:attrNameLst>
                                      </p:cBhvr>
                                      <p:tavLst>
                                        <p:tav tm="0">
                                          <p:val>
                                            <p:fltVal val="0"/>
                                          </p:val>
                                        </p:tav>
                                        <p:tav tm="100000">
                                          <p:val>
                                            <p:strVal val="#ppt_h"/>
                                          </p:val>
                                        </p:tav>
                                      </p:tavLst>
                                    </p:anim>
                                    <p:animEffect transition="in" filter="fade">
                                      <p:cBhvr>
                                        <p:cTn id="66" dur="500"/>
                                        <p:tgtEl>
                                          <p:spTgt spid="16"/>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p:cTn id="69" dur="500" fill="hold"/>
                                        <p:tgtEl>
                                          <p:spTgt spid="17"/>
                                        </p:tgtEl>
                                        <p:attrNameLst>
                                          <p:attrName>ppt_w</p:attrName>
                                        </p:attrNameLst>
                                      </p:cBhvr>
                                      <p:tavLst>
                                        <p:tav tm="0">
                                          <p:val>
                                            <p:fltVal val="0"/>
                                          </p:val>
                                        </p:tav>
                                        <p:tav tm="100000">
                                          <p:val>
                                            <p:strVal val="#ppt_w"/>
                                          </p:val>
                                        </p:tav>
                                      </p:tavLst>
                                    </p:anim>
                                    <p:anim calcmode="lin" valueType="num">
                                      <p:cBhvr>
                                        <p:cTn id="70" dur="500" fill="hold"/>
                                        <p:tgtEl>
                                          <p:spTgt spid="17"/>
                                        </p:tgtEl>
                                        <p:attrNameLst>
                                          <p:attrName>ppt_h</p:attrName>
                                        </p:attrNameLst>
                                      </p:cBhvr>
                                      <p:tavLst>
                                        <p:tav tm="0">
                                          <p:val>
                                            <p:fltVal val="0"/>
                                          </p:val>
                                        </p:tav>
                                        <p:tav tm="100000">
                                          <p:val>
                                            <p:strVal val="#ppt_h"/>
                                          </p:val>
                                        </p:tav>
                                      </p:tavLst>
                                    </p:anim>
                                    <p:animEffect transition="in" filter="fade">
                                      <p:cBhvr>
                                        <p:cTn id="71" dur="500"/>
                                        <p:tgtEl>
                                          <p:spTgt spid="17"/>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p:cTn id="74" dur="500" fill="hold"/>
                                        <p:tgtEl>
                                          <p:spTgt spid="18"/>
                                        </p:tgtEl>
                                        <p:attrNameLst>
                                          <p:attrName>ppt_w</p:attrName>
                                        </p:attrNameLst>
                                      </p:cBhvr>
                                      <p:tavLst>
                                        <p:tav tm="0">
                                          <p:val>
                                            <p:fltVal val="0"/>
                                          </p:val>
                                        </p:tav>
                                        <p:tav tm="100000">
                                          <p:val>
                                            <p:strVal val="#ppt_w"/>
                                          </p:val>
                                        </p:tav>
                                      </p:tavLst>
                                    </p:anim>
                                    <p:anim calcmode="lin" valueType="num">
                                      <p:cBhvr>
                                        <p:cTn id="75" dur="500" fill="hold"/>
                                        <p:tgtEl>
                                          <p:spTgt spid="18"/>
                                        </p:tgtEl>
                                        <p:attrNameLst>
                                          <p:attrName>ppt_h</p:attrName>
                                        </p:attrNameLst>
                                      </p:cBhvr>
                                      <p:tavLst>
                                        <p:tav tm="0">
                                          <p:val>
                                            <p:fltVal val="0"/>
                                          </p:val>
                                        </p:tav>
                                        <p:tav tm="100000">
                                          <p:val>
                                            <p:strVal val="#ppt_h"/>
                                          </p:val>
                                        </p:tav>
                                      </p:tavLst>
                                    </p:anim>
                                    <p:animEffect transition="in" filter="fade">
                                      <p:cBhvr>
                                        <p:cTn id="76" dur="500"/>
                                        <p:tgtEl>
                                          <p:spTgt spid="18"/>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p:cTn id="79" dur="500" fill="hold"/>
                                        <p:tgtEl>
                                          <p:spTgt spid="19"/>
                                        </p:tgtEl>
                                        <p:attrNameLst>
                                          <p:attrName>ppt_w</p:attrName>
                                        </p:attrNameLst>
                                      </p:cBhvr>
                                      <p:tavLst>
                                        <p:tav tm="0">
                                          <p:val>
                                            <p:fltVal val="0"/>
                                          </p:val>
                                        </p:tav>
                                        <p:tav tm="100000">
                                          <p:val>
                                            <p:strVal val="#ppt_w"/>
                                          </p:val>
                                        </p:tav>
                                      </p:tavLst>
                                    </p:anim>
                                    <p:anim calcmode="lin" valueType="num">
                                      <p:cBhvr>
                                        <p:cTn id="80" dur="500" fill="hold"/>
                                        <p:tgtEl>
                                          <p:spTgt spid="19"/>
                                        </p:tgtEl>
                                        <p:attrNameLst>
                                          <p:attrName>ppt_h</p:attrName>
                                        </p:attrNameLst>
                                      </p:cBhvr>
                                      <p:tavLst>
                                        <p:tav tm="0">
                                          <p:val>
                                            <p:fltVal val="0"/>
                                          </p:val>
                                        </p:tav>
                                        <p:tav tm="100000">
                                          <p:val>
                                            <p:strVal val="#ppt_h"/>
                                          </p:val>
                                        </p:tav>
                                      </p:tavLst>
                                    </p:anim>
                                    <p:animEffect transition="in" filter="fade">
                                      <p:cBhvr>
                                        <p:cTn id="81" dur="500"/>
                                        <p:tgtEl>
                                          <p:spTgt spid="1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p:cTn id="84" dur="500" fill="hold"/>
                                        <p:tgtEl>
                                          <p:spTgt spid="20"/>
                                        </p:tgtEl>
                                        <p:attrNameLst>
                                          <p:attrName>ppt_w</p:attrName>
                                        </p:attrNameLst>
                                      </p:cBhvr>
                                      <p:tavLst>
                                        <p:tav tm="0">
                                          <p:val>
                                            <p:fltVal val="0"/>
                                          </p:val>
                                        </p:tav>
                                        <p:tav tm="100000">
                                          <p:val>
                                            <p:strVal val="#ppt_w"/>
                                          </p:val>
                                        </p:tav>
                                      </p:tavLst>
                                    </p:anim>
                                    <p:anim calcmode="lin" valueType="num">
                                      <p:cBhvr>
                                        <p:cTn id="85" dur="500" fill="hold"/>
                                        <p:tgtEl>
                                          <p:spTgt spid="20"/>
                                        </p:tgtEl>
                                        <p:attrNameLst>
                                          <p:attrName>ppt_h</p:attrName>
                                        </p:attrNameLst>
                                      </p:cBhvr>
                                      <p:tavLst>
                                        <p:tav tm="0">
                                          <p:val>
                                            <p:fltVal val="0"/>
                                          </p:val>
                                        </p:tav>
                                        <p:tav tm="100000">
                                          <p:val>
                                            <p:strVal val="#ppt_h"/>
                                          </p:val>
                                        </p:tav>
                                      </p:tavLst>
                                    </p:anim>
                                    <p:animEffect transition="in" filter="fade">
                                      <p:cBhvr>
                                        <p:cTn id="86" dur="500"/>
                                        <p:tgtEl>
                                          <p:spTgt spid="20"/>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p:cTn id="89" dur="500" fill="hold"/>
                                        <p:tgtEl>
                                          <p:spTgt spid="22"/>
                                        </p:tgtEl>
                                        <p:attrNameLst>
                                          <p:attrName>ppt_w</p:attrName>
                                        </p:attrNameLst>
                                      </p:cBhvr>
                                      <p:tavLst>
                                        <p:tav tm="0">
                                          <p:val>
                                            <p:fltVal val="0"/>
                                          </p:val>
                                        </p:tav>
                                        <p:tav tm="100000">
                                          <p:val>
                                            <p:strVal val="#ppt_w"/>
                                          </p:val>
                                        </p:tav>
                                      </p:tavLst>
                                    </p:anim>
                                    <p:anim calcmode="lin" valueType="num">
                                      <p:cBhvr>
                                        <p:cTn id="90" dur="500" fill="hold"/>
                                        <p:tgtEl>
                                          <p:spTgt spid="22"/>
                                        </p:tgtEl>
                                        <p:attrNameLst>
                                          <p:attrName>ppt_h</p:attrName>
                                        </p:attrNameLst>
                                      </p:cBhvr>
                                      <p:tavLst>
                                        <p:tav tm="0">
                                          <p:val>
                                            <p:fltVal val="0"/>
                                          </p:val>
                                        </p:tav>
                                        <p:tav tm="100000">
                                          <p:val>
                                            <p:strVal val="#ppt_h"/>
                                          </p:val>
                                        </p:tav>
                                      </p:tavLst>
                                    </p:anim>
                                    <p:animEffect transition="in" filter="fade">
                                      <p:cBhvr>
                                        <p:cTn id="91" dur="500"/>
                                        <p:tgtEl>
                                          <p:spTgt spid="22"/>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 calcmode="lin" valueType="num">
                                      <p:cBhvr>
                                        <p:cTn id="94" dur="500" fill="hold"/>
                                        <p:tgtEl>
                                          <p:spTgt spid="23"/>
                                        </p:tgtEl>
                                        <p:attrNameLst>
                                          <p:attrName>ppt_w</p:attrName>
                                        </p:attrNameLst>
                                      </p:cBhvr>
                                      <p:tavLst>
                                        <p:tav tm="0">
                                          <p:val>
                                            <p:fltVal val="0"/>
                                          </p:val>
                                        </p:tav>
                                        <p:tav tm="100000">
                                          <p:val>
                                            <p:strVal val="#ppt_w"/>
                                          </p:val>
                                        </p:tav>
                                      </p:tavLst>
                                    </p:anim>
                                    <p:anim calcmode="lin" valueType="num">
                                      <p:cBhvr>
                                        <p:cTn id="95" dur="500" fill="hold"/>
                                        <p:tgtEl>
                                          <p:spTgt spid="23"/>
                                        </p:tgtEl>
                                        <p:attrNameLst>
                                          <p:attrName>ppt_h</p:attrName>
                                        </p:attrNameLst>
                                      </p:cBhvr>
                                      <p:tavLst>
                                        <p:tav tm="0">
                                          <p:val>
                                            <p:fltVal val="0"/>
                                          </p:val>
                                        </p:tav>
                                        <p:tav tm="100000">
                                          <p:val>
                                            <p:strVal val="#ppt_h"/>
                                          </p:val>
                                        </p:tav>
                                      </p:tavLst>
                                    </p:anim>
                                    <p:animEffect transition="in" filter="fade">
                                      <p:cBhvr>
                                        <p:cTn id="96" dur="500"/>
                                        <p:tgtEl>
                                          <p:spTgt spid="23"/>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p:cTn id="99" dur="500" fill="hold"/>
                                        <p:tgtEl>
                                          <p:spTgt spid="24"/>
                                        </p:tgtEl>
                                        <p:attrNameLst>
                                          <p:attrName>ppt_w</p:attrName>
                                        </p:attrNameLst>
                                      </p:cBhvr>
                                      <p:tavLst>
                                        <p:tav tm="0">
                                          <p:val>
                                            <p:fltVal val="0"/>
                                          </p:val>
                                        </p:tav>
                                        <p:tav tm="100000">
                                          <p:val>
                                            <p:strVal val="#ppt_w"/>
                                          </p:val>
                                        </p:tav>
                                      </p:tavLst>
                                    </p:anim>
                                    <p:anim calcmode="lin" valueType="num">
                                      <p:cBhvr>
                                        <p:cTn id="100" dur="500" fill="hold"/>
                                        <p:tgtEl>
                                          <p:spTgt spid="24"/>
                                        </p:tgtEl>
                                        <p:attrNameLst>
                                          <p:attrName>ppt_h</p:attrName>
                                        </p:attrNameLst>
                                      </p:cBhvr>
                                      <p:tavLst>
                                        <p:tav tm="0">
                                          <p:val>
                                            <p:fltVal val="0"/>
                                          </p:val>
                                        </p:tav>
                                        <p:tav tm="100000">
                                          <p:val>
                                            <p:strVal val="#ppt_h"/>
                                          </p:val>
                                        </p:tav>
                                      </p:tavLst>
                                    </p:anim>
                                    <p:animEffect transition="in" filter="fade">
                                      <p:cBhvr>
                                        <p:cTn id="101" dur="500"/>
                                        <p:tgtEl>
                                          <p:spTgt spid="24"/>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 calcmode="lin" valueType="num">
                                      <p:cBhvr>
                                        <p:cTn id="104" dur="500" fill="hold"/>
                                        <p:tgtEl>
                                          <p:spTgt spid="25"/>
                                        </p:tgtEl>
                                        <p:attrNameLst>
                                          <p:attrName>ppt_w</p:attrName>
                                        </p:attrNameLst>
                                      </p:cBhvr>
                                      <p:tavLst>
                                        <p:tav tm="0">
                                          <p:val>
                                            <p:fltVal val="0"/>
                                          </p:val>
                                        </p:tav>
                                        <p:tav tm="100000">
                                          <p:val>
                                            <p:strVal val="#ppt_w"/>
                                          </p:val>
                                        </p:tav>
                                      </p:tavLst>
                                    </p:anim>
                                    <p:anim calcmode="lin" valueType="num">
                                      <p:cBhvr>
                                        <p:cTn id="105" dur="500" fill="hold"/>
                                        <p:tgtEl>
                                          <p:spTgt spid="25"/>
                                        </p:tgtEl>
                                        <p:attrNameLst>
                                          <p:attrName>ppt_h</p:attrName>
                                        </p:attrNameLst>
                                      </p:cBhvr>
                                      <p:tavLst>
                                        <p:tav tm="0">
                                          <p:val>
                                            <p:fltVal val="0"/>
                                          </p:val>
                                        </p:tav>
                                        <p:tav tm="100000">
                                          <p:val>
                                            <p:strVal val="#ppt_h"/>
                                          </p:val>
                                        </p:tav>
                                      </p:tavLst>
                                    </p:anim>
                                    <p:animEffect transition="in" filter="fade">
                                      <p:cBhvr>
                                        <p:cTn id="106" dur="500"/>
                                        <p:tgtEl>
                                          <p:spTgt spid="25"/>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7"/>
                                        </p:tgtEl>
                                        <p:attrNameLst>
                                          <p:attrName>style.visibility</p:attrName>
                                        </p:attrNameLst>
                                      </p:cBhvr>
                                      <p:to>
                                        <p:strVal val="visible"/>
                                      </p:to>
                                    </p:set>
                                    <p:anim calcmode="lin" valueType="num">
                                      <p:cBhvr>
                                        <p:cTn id="109" dur="500" fill="hold"/>
                                        <p:tgtEl>
                                          <p:spTgt spid="27"/>
                                        </p:tgtEl>
                                        <p:attrNameLst>
                                          <p:attrName>ppt_w</p:attrName>
                                        </p:attrNameLst>
                                      </p:cBhvr>
                                      <p:tavLst>
                                        <p:tav tm="0">
                                          <p:val>
                                            <p:fltVal val="0"/>
                                          </p:val>
                                        </p:tav>
                                        <p:tav tm="100000">
                                          <p:val>
                                            <p:strVal val="#ppt_w"/>
                                          </p:val>
                                        </p:tav>
                                      </p:tavLst>
                                    </p:anim>
                                    <p:anim calcmode="lin" valueType="num">
                                      <p:cBhvr>
                                        <p:cTn id="110" dur="500" fill="hold"/>
                                        <p:tgtEl>
                                          <p:spTgt spid="27"/>
                                        </p:tgtEl>
                                        <p:attrNameLst>
                                          <p:attrName>ppt_h</p:attrName>
                                        </p:attrNameLst>
                                      </p:cBhvr>
                                      <p:tavLst>
                                        <p:tav tm="0">
                                          <p:val>
                                            <p:fltVal val="0"/>
                                          </p:val>
                                        </p:tav>
                                        <p:tav tm="100000">
                                          <p:val>
                                            <p:strVal val="#ppt_h"/>
                                          </p:val>
                                        </p:tav>
                                      </p:tavLst>
                                    </p:anim>
                                    <p:animEffect transition="in" filter="fade">
                                      <p:cBhvr>
                                        <p:cTn id="111" dur="500"/>
                                        <p:tgtEl>
                                          <p:spTgt spid="27"/>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28"/>
                                        </p:tgtEl>
                                        <p:attrNameLst>
                                          <p:attrName>style.visibility</p:attrName>
                                        </p:attrNameLst>
                                      </p:cBhvr>
                                      <p:to>
                                        <p:strVal val="visible"/>
                                      </p:to>
                                    </p:set>
                                    <p:anim calcmode="lin" valueType="num">
                                      <p:cBhvr>
                                        <p:cTn id="114" dur="500" fill="hold"/>
                                        <p:tgtEl>
                                          <p:spTgt spid="28"/>
                                        </p:tgtEl>
                                        <p:attrNameLst>
                                          <p:attrName>ppt_w</p:attrName>
                                        </p:attrNameLst>
                                      </p:cBhvr>
                                      <p:tavLst>
                                        <p:tav tm="0">
                                          <p:val>
                                            <p:fltVal val="0"/>
                                          </p:val>
                                        </p:tav>
                                        <p:tav tm="100000">
                                          <p:val>
                                            <p:strVal val="#ppt_w"/>
                                          </p:val>
                                        </p:tav>
                                      </p:tavLst>
                                    </p:anim>
                                    <p:anim calcmode="lin" valueType="num">
                                      <p:cBhvr>
                                        <p:cTn id="115" dur="500" fill="hold"/>
                                        <p:tgtEl>
                                          <p:spTgt spid="28"/>
                                        </p:tgtEl>
                                        <p:attrNameLst>
                                          <p:attrName>ppt_h</p:attrName>
                                        </p:attrNameLst>
                                      </p:cBhvr>
                                      <p:tavLst>
                                        <p:tav tm="0">
                                          <p:val>
                                            <p:fltVal val="0"/>
                                          </p:val>
                                        </p:tav>
                                        <p:tav tm="100000">
                                          <p:val>
                                            <p:strVal val="#ppt_h"/>
                                          </p:val>
                                        </p:tav>
                                      </p:tavLst>
                                    </p:anim>
                                    <p:animEffect transition="in" filter="fade">
                                      <p:cBhvr>
                                        <p:cTn id="116" dur="500"/>
                                        <p:tgtEl>
                                          <p:spTgt spid="28"/>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29"/>
                                        </p:tgtEl>
                                        <p:attrNameLst>
                                          <p:attrName>style.visibility</p:attrName>
                                        </p:attrNameLst>
                                      </p:cBhvr>
                                      <p:to>
                                        <p:strVal val="visible"/>
                                      </p:to>
                                    </p:set>
                                    <p:anim calcmode="lin" valueType="num">
                                      <p:cBhvr>
                                        <p:cTn id="119" dur="500" fill="hold"/>
                                        <p:tgtEl>
                                          <p:spTgt spid="29"/>
                                        </p:tgtEl>
                                        <p:attrNameLst>
                                          <p:attrName>ppt_w</p:attrName>
                                        </p:attrNameLst>
                                      </p:cBhvr>
                                      <p:tavLst>
                                        <p:tav tm="0">
                                          <p:val>
                                            <p:fltVal val="0"/>
                                          </p:val>
                                        </p:tav>
                                        <p:tav tm="100000">
                                          <p:val>
                                            <p:strVal val="#ppt_w"/>
                                          </p:val>
                                        </p:tav>
                                      </p:tavLst>
                                    </p:anim>
                                    <p:anim calcmode="lin" valueType="num">
                                      <p:cBhvr>
                                        <p:cTn id="120" dur="500" fill="hold"/>
                                        <p:tgtEl>
                                          <p:spTgt spid="29"/>
                                        </p:tgtEl>
                                        <p:attrNameLst>
                                          <p:attrName>ppt_h</p:attrName>
                                        </p:attrNameLst>
                                      </p:cBhvr>
                                      <p:tavLst>
                                        <p:tav tm="0">
                                          <p:val>
                                            <p:fltVal val="0"/>
                                          </p:val>
                                        </p:tav>
                                        <p:tav tm="100000">
                                          <p:val>
                                            <p:strVal val="#ppt_h"/>
                                          </p:val>
                                        </p:tav>
                                      </p:tavLst>
                                    </p:anim>
                                    <p:animEffect transition="in" filter="fade">
                                      <p:cBhvr>
                                        <p:cTn id="121" dur="500"/>
                                        <p:tgtEl>
                                          <p:spTgt spid="29"/>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30"/>
                                        </p:tgtEl>
                                        <p:attrNameLst>
                                          <p:attrName>style.visibility</p:attrName>
                                        </p:attrNameLst>
                                      </p:cBhvr>
                                      <p:to>
                                        <p:strVal val="visible"/>
                                      </p:to>
                                    </p:set>
                                    <p:anim calcmode="lin" valueType="num">
                                      <p:cBhvr>
                                        <p:cTn id="124" dur="500" fill="hold"/>
                                        <p:tgtEl>
                                          <p:spTgt spid="30"/>
                                        </p:tgtEl>
                                        <p:attrNameLst>
                                          <p:attrName>ppt_w</p:attrName>
                                        </p:attrNameLst>
                                      </p:cBhvr>
                                      <p:tavLst>
                                        <p:tav tm="0">
                                          <p:val>
                                            <p:fltVal val="0"/>
                                          </p:val>
                                        </p:tav>
                                        <p:tav tm="100000">
                                          <p:val>
                                            <p:strVal val="#ppt_w"/>
                                          </p:val>
                                        </p:tav>
                                      </p:tavLst>
                                    </p:anim>
                                    <p:anim calcmode="lin" valueType="num">
                                      <p:cBhvr>
                                        <p:cTn id="125" dur="500" fill="hold"/>
                                        <p:tgtEl>
                                          <p:spTgt spid="30"/>
                                        </p:tgtEl>
                                        <p:attrNameLst>
                                          <p:attrName>ppt_h</p:attrName>
                                        </p:attrNameLst>
                                      </p:cBhvr>
                                      <p:tavLst>
                                        <p:tav tm="0">
                                          <p:val>
                                            <p:fltVal val="0"/>
                                          </p:val>
                                        </p:tav>
                                        <p:tav tm="100000">
                                          <p:val>
                                            <p:strVal val="#ppt_h"/>
                                          </p:val>
                                        </p:tav>
                                      </p:tavLst>
                                    </p:anim>
                                    <p:animEffect transition="in" filter="fade">
                                      <p:cBhvr>
                                        <p:cTn id="12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Polices et inspirations design</a:t>
            </a:r>
            <a:endParaRPr lang="en-US" sz="2200" dirty="0"/>
          </a:p>
        </p:txBody>
      </p:sp>
      <p:sp>
        <p:nvSpPr>
          <p:cNvPr id="4" name="Shape 2"/>
          <p:cNvSpPr/>
          <p:nvPr/>
        </p:nvSpPr>
        <p:spPr>
          <a:xfrm>
            <a:off x="320040" y="914400"/>
            <a:ext cx="4114800" cy="3840480"/>
          </a:xfrm>
          <a:prstGeom prst="roundRect">
            <a:avLst>
              <a:gd name="adj" fmla="val 238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5" name="Text 3"/>
          <p:cNvSpPr/>
          <p:nvPr/>
        </p:nvSpPr>
        <p:spPr>
          <a:xfrm>
            <a:off x="320040" y="1005840"/>
            <a:ext cx="4114800" cy="1097280"/>
          </a:xfrm>
          <a:prstGeom prst="rect">
            <a:avLst/>
          </a:prstGeom>
          <a:noFill/>
          <a:ln/>
        </p:spPr>
        <p:txBody>
          <a:bodyPr wrap="square" rtlCol="0" anchor="ctr"/>
          <a:lstStyle/>
          <a:p>
            <a:pPr marL="0" indent="0" algn="ctr">
              <a:buNone/>
            </a:pPr>
            <a:r>
              <a:rPr lang="en-US" sz="6000" b="1" dirty="0">
                <a:solidFill>
                  <a:srgbClr val="0D6EFD"/>
                </a:solidFill>
                <a:latin typeface="Calibri" pitchFamily="34" charset="0"/>
                <a:ea typeface="Calibri" pitchFamily="34" charset="-122"/>
                <a:cs typeface="Calibri" pitchFamily="34" charset="-120"/>
              </a:rPr>
              <a:t>Aa</a:t>
            </a:r>
            <a:endParaRPr lang="en-US" sz="6000" dirty="0"/>
          </a:p>
        </p:txBody>
      </p:sp>
      <p:sp>
        <p:nvSpPr>
          <p:cNvPr id="6" name="Text 4"/>
          <p:cNvSpPr/>
          <p:nvPr/>
        </p:nvSpPr>
        <p:spPr>
          <a:xfrm>
            <a:off x="320040" y="2103120"/>
            <a:ext cx="4114800" cy="365760"/>
          </a:xfrm>
          <a:prstGeom prst="rect">
            <a:avLst/>
          </a:prstGeom>
          <a:noFill/>
          <a:ln/>
        </p:spPr>
        <p:txBody>
          <a:bodyPr wrap="square" rtlCol="0" anchor="ctr"/>
          <a:lstStyle/>
          <a:p>
            <a:pPr marL="0" indent="0" algn="ctr">
              <a:buNone/>
            </a:pPr>
            <a:r>
              <a:rPr lang="en-US" sz="1300" i="1" dirty="0">
                <a:solidFill>
                  <a:srgbClr val="94A3B8"/>
                </a:solidFill>
                <a:latin typeface="Calibri" pitchFamily="34" charset="0"/>
                <a:ea typeface="Calibri" pitchFamily="34" charset="-122"/>
                <a:cs typeface="Calibri" pitchFamily="34" charset="-120"/>
              </a:rPr>
              <a:t>Typographie</a:t>
            </a:r>
            <a:endParaRPr lang="en-US" sz="1300" dirty="0"/>
          </a:p>
        </p:txBody>
      </p:sp>
      <p:sp>
        <p:nvSpPr>
          <p:cNvPr id="7" name="Text 5"/>
          <p:cNvSpPr/>
          <p:nvPr/>
        </p:nvSpPr>
        <p:spPr>
          <a:xfrm>
            <a:off x="502920" y="2560320"/>
            <a:ext cx="3749040" cy="1645920"/>
          </a:xfrm>
          <a:prstGeom prst="rect">
            <a:avLst/>
          </a:prstGeom>
          <a:noFill/>
          <a:ln/>
        </p:spPr>
        <p:txBody>
          <a:bodyPr wrap="square" rtlCol="0" anchor="t"/>
          <a:lstStyle/>
          <a:p>
            <a:pPr marL="0" indent="0">
              <a:buNone/>
            </a:pPr>
            <a:r>
              <a:rPr lang="en-US" sz="1500" b="1" dirty="0">
                <a:solidFill>
                  <a:srgbClr val="1E293B"/>
                </a:solidFill>
              </a:rPr>
              <a:t>Syne Bold </a:t>
            </a:r>
            <a:endParaRPr lang="en-US" sz="1500" dirty="0"/>
          </a:p>
          <a:p>
            <a:pPr marL="0" indent="0">
              <a:buNone/>
            </a:pPr>
            <a:r>
              <a:rPr lang="en-US" sz="1200" dirty="0">
                <a:solidFill>
                  <a:srgbClr val="475569"/>
                </a:solidFill>
              </a:rPr>
              <a:t>→ Titres expressifs et percutants
</a:t>
            </a:r>
            <a:endParaRPr lang="en-US" sz="1500" dirty="0"/>
          </a:p>
          <a:p>
            <a:pPr marL="0" indent="0">
              <a:buNone/>
            </a:pPr>
            <a:r>
              <a:rPr lang="en-US" sz="1500" b="1" dirty="0">
                <a:solidFill>
                  <a:srgbClr val="1E293B"/>
                </a:solidFill>
              </a:rPr>
              <a:t>Inter Regular </a:t>
            </a:r>
            <a:endParaRPr lang="en-US" sz="1500" dirty="0"/>
          </a:p>
          <a:p>
            <a:pPr marL="0" indent="0">
              <a:buNone/>
            </a:pPr>
            <a:r>
              <a:rPr lang="en-US" sz="1200" dirty="0">
                <a:solidFill>
                  <a:srgbClr val="475569"/>
                </a:solidFill>
              </a:rPr>
              <a:t>→ Corps du texte, lisibilité maximale</a:t>
            </a:r>
            <a:endParaRPr lang="en-US" sz="1500" dirty="0"/>
          </a:p>
        </p:txBody>
      </p:sp>
      <p:sp>
        <p:nvSpPr>
          <p:cNvPr id="8" name="Shape 6"/>
          <p:cNvSpPr/>
          <p:nvPr/>
        </p:nvSpPr>
        <p:spPr>
          <a:xfrm>
            <a:off x="4709160" y="914400"/>
            <a:ext cx="4114800" cy="1737360"/>
          </a:xfrm>
          <a:prstGeom prst="roundRect">
            <a:avLst>
              <a:gd name="adj" fmla="val 5263"/>
            </a:avLst>
          </a:prstGeom>
          <a:solidFill>
            <a:srgbClr val="0B1B3D"/>
          </a:solidFill>
          <a:ln w="12700">
            <a:solidFill>
              <a:srgbClr val="0B1B3D"/>
            </a:solidFill>
            <a:prstDash val="solid"/>
          </a:ln>
          <a:effectLst>
            <a:outerShdw blurRad="101600" dist="38100" dir="2700000" algn="bl" rotWithShape="0">
              <a:srgbClr val="000000">
                <a:alpha val="13000"/>
              </a:srgbClr>
            </a:outerShdw>
          </a:effectLst>
        </p:spPr>
        <p:txBody>
          <a:bodyPr/>
          <a:lstStyle/>
          <a:p>
            <a:endParaRPr lang="fr-FR"/>
          </a:p>
        </p:txBody>
      </p:sp>
      <p:sp>
        <p:nvSpPr>
          <p:cNvPr id="9" name="Text 7"/>
          <p:cNvSpPr/>
          <p:nvPr/>
        </p:nvSpPr>
        <p:spPr>
          <a:xfrm>
            <a:off x="4892040" y="1005840"/>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5577840" y="987552"/>
            <a:ext cx="306324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Design 2026</a:t>
            </a:r>
            <a:endParaRPr lang="en-US" sz="1500" dirty="0"/>
          </a:p>
        </p:txBody>
      </p:sp>
      <p:sp>
        <p:nvSpPr>
          <p:cNvPr id="11" name="Text 9"/>
          <p:cNvSpPr/>
          <p:nvPr/>
        </p:nvSpPr>
        <p:spPr>
          <a:xfrm>
            <a:off x="5577840" y="1417320"/>
            <a:ext cx="3063240" cy="77724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Épuré, minimaliste et moderne.</a:t>
            </a:r>
            <a:endParaRPr lang="en-US" sz="1200" dirty="0"/>
          </a:p>
        </p:txBody>
      </p:sp>
      <p:sp>
        <p:nvSpPr>
          <p:cNvPr id="12" name="Shape 10"/>
          <p:cNvSpPr/>
          <p:nvPr/>
        </p:nvSpPr>
        <p:spPr>
          <a:xfrm>
            <a:off x="4709160" y="2880360"/>
            <a:ext cx="4114800" cy="1737360"/>
          </a:xfrm>
          <a:prstGeom prst="roundRect">
            <a:avLst>
              <a:gd name="adj" fmla="val 5263"/>
            </a:avLst>
          </a:prstGeom>
          <a:solidFill>
            <a:srgbClr val="EFF6FF"/>
          </a:solidFill>
          <a:ln w="12700">
            <a:solidFill>
              <a:srgbClr val="DBEAFE"/>
            </a:solidFill>
            <a:prstDash val="solid"/>
          </a:ln>
          <a:effectLst>
            <a:outerShdw blurRad="101600" dist="38100" dir="2700000" algn="bl" rotWithShape="0">
              <a:srgbClr val="000000">
                <a:alpha val="13000"/>
              </a:srgbClr>
            </a:outerShdw>
          </a:effectLst>
        </p:spPr>
        <p:txBody>
          <a:bodyPr/>
          <a:lstStyle/>
          <a:p>
            <a:endParaRPr lang="fr-FR"/>
          </a:p>
        </p:txBody>
      </p:sp>
      <p:sp>
        <p:nvSpPr>
          <p:cNvPr id="13" name="Text 11"/>
          <p:cNvSpPr/>
          <p:nvPr/>
        </p:nvSpPr>
        <p:spPr>
          <a:xfrm>
            <a:off x="4892040" y="2971800"/>
            <a:ext cx="640080" cy="6400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4" name="Text 12"/>
          <p:cNvSpPr/>
          <p:nvPr/>
        </p:nvSpPr>
        <p:spPr>
          <a:xfrm>
            <a:off x="5577840" y="2953512"/>
            <a:ext cx="3063240" cy="41148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Bento Grid</a:t>
            </a:r>
            <a:endParaRPr lang="en-US" sz="1500" dirty="0"/>
          </a:p>
        </p:txBody>
      </p:sp>
      <p:sp>
        <p:nvSpPr>
          <p:cNvPr id="15" name="Text 13"/>
          <p:cNvSpPr/>
          <p:nvPr/>
        </p:nvSpPr>
        <p:spPr>
          <a:xfrm>
            <a:off x="5577840" y="3383280"/>
            <a:ext cx="3063240" cy="77724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Disposition asymétrique et propre, tendance forte.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circle(in)">
                                      <p:cBhvr>
                                        <p:cTn id="30" dur="2000"/>
                                        <p:tgtEl>
                                          <p:spTgt spid="8"/>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ircle(in)">
                                      <p:cBhvr>
                                        <p:cTn id="33" dur="2000"/>
                                        <p:tgtEl>
                                          <p:spTgt spid="9"/>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ircle(in)">
                                      <p:cBhvr>
                                        <p:cTn id="36" dur="2000"/>
                                        <p:tgtEl>
                                          <p:spTgt spid="10"/>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circle(in)">
                                      <p:cBhvr>
                                        <p:cTn id="39" dur="20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500" fill="hold"/>
                                        <p:tgtEl>
                                          <p:spTgt spid="12"/>
                                        </p:tgtEl>
                                        <p:attrNameLst>
                                          <p:attrName>ppt_w</p:attrName>
                                        </p:attrNameLst>
                                      </p:cBhvr>
                                      <p:tavLst>
                                        <p:tav tm="0">
                                          <p:val>
                                            <p:fltVal val="0"/>
                                          </p:val>
                                        </p:tav>
                                        <p:tav tm="100000">
                                          <p:val>
                                            <p:strVal val="#ppt_w"/>
                                          </p:val>
                                        </p:tav>
                                      </p:tavLst>
                                    </p:anim>
                                    <p:anim calcmode="lin" valueType="num">
                                      <p:cBhvr>
                                        <p:cTn id="45" dur="500" fill="hold"/>
                                        <p:tgtEl>
                                          <p:spTgt spid="12"/>
                                        </p:tgtEl>
                                        <p:attrNameLst>
                                          <p:attrName>ppt_h</p:attrName>
                                        </p:attrNameLst>
                                      </p:cBhvr>
                                      <p:tavLst>
                                        <p:tav tm="0">
                                          <p:val>
                                            <p:fltVal val="0"/>
                                          </p:val>
                                        </p:tav>
                                        <p:tav tm="100000">
                                          <p:val>
                                            <p:strVal val="#ppt_h"/>
                                          </p:val>
                                        </p:tav>
                                      </p:tavLst>
                                    </p:anim>
                                    <p:animEffect transition="in" filter="fade">
                                      <p:cBhvr>
                                        <p:cTn id="46" dur="50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animEffect transition="in" filter="fade">
                                      <p:cBhvr>
                                        <p:cTn id="56" dur="500"/>
                                        <p:tgtEl>
                                          <p:spTgt spid="14"/>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Effect transition="in" filter="fade">
                                      <p:cBhvr>
                                        <p:cTn id="6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 Accueil — index.html</a:t>
            </a:r>
            <a:endParaRPr lang="en-US" sz="2200" dirty="0"/>
          </a:p>
        </p:txBody>
      </p:sp>
      <p:sp>
        <p:nvSpPr>
          <p:cNvPr id="4" name="Shape 2"/>
          <p:cNvSpPr/>
          <p:nvPr/>
        </p:nvSpPr>
        <p:spPr>
          <a:xfrm>
            <a:off x="320040" y="868680"/>
            <a:ext cx="484632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5" name="Text 3"/>
          <p:cNvSpPr/>
          <p:nvPr/>
        </p:nvSpPr>
        <p:spPr>
          <a:xfrm>
            <a:off x="457200" y="868680"/>
            <a:ext cx="502920" cy="74980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6" name="Text 4"/>
          <p:cNvSpPr/>
          <p:nvPr/>
        </p:nvSpPr>
        <p:spPr>
          <a:xfrm>
            <a:off x="1005840" y="868680"/>
            <a:ext cx="4069080" cy="74980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Navbar fixe avec bouton Dark Mode intégré.</a:t>
            </a:r>
            <a:endParaRPr lang="en-US" sz="1250" dirty="0"/>
          </a:p>
        </p:txBody>
      </p:sp>
      <p:sp>
        <p:nvSpPr>
          <p:cNvPr id="7" name="Shape 5"/>
          <p:cNvSpPr/>
          <p:nvPr/>
        </p:nvSpPr>
        <p:spPr>
          <a:xfrm>
            <a:off x="320040" y="1709928"/>
            <a:ext cx="484632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8" name="Text 6"/>
          <p:cNvSpPr/>
          <p:nvPr/>
        </p:nvSpPr>
        <p:spPr>
          <a:xfrm>
            <a:off x="457200" y="1709928"/>
            <a:ext cx="502920" cy="74980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1005840" y="1709928"/>
            <a:ext cx="4069080" cy="74980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Section Hero avec accroche percutante et boutons d'action.</a:t>
            </a:r>
            <a:endParaRPr lang="en-US" sz="1250" dirty="0"/>
          </a:p>
        </p:txBody>
      </p:sp>
      <p:sp>
        <p:nvSpPr>
          <p:cNvPr id="10" name="Shape 8"/>
          <p:cNvSpPr/>
          <p:nvPr/>
        </p:nvSpPr>
        <p:spPr>
          <a:xfrm>
            <a:off x="320040" y="2551176"/>
            <a:ext cx="484632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1" name="Text 9"/>
          <p:cNvSpPr/>
          <p:nvPr/>
        </p:nvSpPr>
        <p:spPr>
          <a:xfrm>
            <a:off x="457200" y="2551176"/>
            <a:ext cx="502920" cy="74980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1005840" y="2551176"/>
            <a:ext cx="4069080" cy="74980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Statistiques animées (+2500 freelances, 800 entreprises).</a:t>
            </a:r>
            <a:endParaRPr lang="en-US" sz="1250" dirty="0"/>
          </a:p>
        </p:txBody>
      </p:sp>
      <p:sp>
        <p:nvSpPr>
          <p:cNvPr id="13" name="Shape 11"/>
          <p:cNvSpPr/>
          <p:nvPr/>
        </p:nvSpPr>
        <p:spPr>
          <a:xfrm>
            <a:off x="320040" y="3392424"/>
            <a:ext cx="484632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4" name="Text 12"/>
          <p:cNvSpPr/>
          <p:nvPr/>
        </p:nvSpPr>
        <p:spPr>
          <a:xfrm>
            <a:off x="457200" y="3392424"/>
            <a:ext cx="502920" cy="74980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1005840" y="3392424"/>
            <a:ext cx="4069080" cy="74980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Section 'Comment ça marche' en 3 étapes simples.</a:t>
            </a:r>
            <a:endParaRPr lang="en-US" sz="1250" dirty="0"/>
          </a:p>
        </p:txBody>
      </p:sp>
      <p:sp>
        <p:nvSpPr>
          <p:cNvPr id="16" name="Shape 14"/>
          <p:cNvSpPr/>
          <p:nvPr/>
        </p:nvSpPr>
        <p:spPr>
          <a:xfrm>
            <a:off x="320040" y="4233672"/>
            <a:ext cx="484632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7" name="Text 15"/>
          <p:cNvSpPr/>
          <p:nvPr/>
        </p:nvSpPr>
        <p:spPr>
          <a:xfrm>
            <a:off x="457200" y="4233672"/>
            <a:ext cx="502920" cy="74980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1005840" y="4233672"/>
            <a:ext cx="4069080" cy="74980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Présentation de 6 catégories de services.</a:t>
            </a:r>
            <a:endParaRPr lang="en-US" sz="1250" dirty="0"/>
          </a:p>
        </p:txBody>
      </p:sp>
      <p:sp>
        <p:nvSpPr>
          <p:cNvPr id="19" name="Shape 17"/>
          <p:cNvSpPr/>
          <p:nvPr/>
        </p:nvSpPr>
        <p:spPr>
          <a:xfrm>
            <a:off x="5394960" y="868680"/>
            <a:ext cx="3429000" cy="4206240"/>
          </a:xfrm>
          <a:prstGeom prst="roundRect">
            <a:avLst>
              <a:gd name="adj" fmla="val 3200"/>
            </a:avLst>
          </a:prstGeom>
          <a:solidFill>
            <a:srgbClr val="EFF6FF"/>
          </a:solidFill>
          <a:ln w="25400">
            <a:solidFill>
              <a:srgbClr val="DBEAFE"/>
            </a:solidFill>
            <a:prstDash val="solid"/>
          </a:ln>
        </p:spPr>
        <p:txBody>
          <a:bodyPr/>
          <a:lstStyle/>
          <a:p>
            <a:endParaRPr lang="fr-FR"/>
          </a:p>
        </p:txBody>
      </p:sp>
      <p:sp>
        <p:nvSpPr>
          <p:cNvPr id="20" name="Text 18"/>
          <p:cNvSpPr/>
          <p:nvPr/>
        </p:nvSpPr>
        <p:spPr>
          <a:xfrm>
            <a:off x="5394960" y="2011680"/>
            <a:ext cx="3429000" cy="1920240"/>
          </a:xfrm>
          <a:prstGeom prst="rect">
            <a:avLst/>
          </a:prstGeom>
          <a:noFill/>
          <a:ln/>
        </p:spPr>
        <p:txBody>
          <a:bodyPr wrap="square" rtlCol="0" anchor="ctr"/>
          <a:lstStyle/>
          <a:p>
            <a:pPr marL="0" indent="0" algn="ctr">
              <a:buNone/>
            </a:pPr>
            <a:endParaRPr lang="en-US" sz="1600" dirty="0"/>
          </a:p>
        </p:txBody>
      </p:sp>
      <p:pic>
        <p:nvPicPr>
          <p:cNvPr id="22" name="Image 21">
            <a:extLst>
              <a:ext uri="{FF2B5EF4-FFF2-40B4-BE49-F238E27FC236}">
                <a16:creationId xmlns:a16="http://schemas.microsoft.com/office/drawing/2014/main" id="{B6286E12-B515-A5BE-278A-1186D4F0A327}"/>
              </a:ext>
            </a:extLst>
          </p:cNvPr>
          <p:cNvPicPr>
            <a:picLocks noChangeAspect="1"/>
          </p:cNvPicPr>
          <p:nvPr/>
        </p:nvPicPr>
        <p:blipFill>
          <a:blip r:embed="rId3"/>
          <a:stretch>
            <a:fillRect/>
          </a:stretch>
        </p:blipFill>
        <p:spPr>
          <a:xfrm>
            <a:off x="5394960" y="868680"/>
            <a:ext cx="3429000" cy="41750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ppt_x</p:attrName>
                                        </p:attrNameLst>
                                      </p:cBhvr>
                                      <p:tavLst>
                                        <p:tav tm="0">
                                          <p:val>
                                            <p:strVal val="#ppt_x"/>
                                          </p:val>
                                        </p:tav>
                                        <p:tav tm="100000">
                                          <p:val>
                                            <p:strVal val="#ppt_x"/>
                                          </p:val>
                                        </p:tav>
                                      </p:tavLst>
                                    </p:anim>
                                    <p:anim calcmode="lin" valueType="num">
                                      <p:cBhvr additive="base">
                                        <p:cTn id="63" dur="500" fill="hold"/>
                                        <p:tgtEl>
                                          <p:spTgt spid="16"/>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500" fill="hold"/>
                                        <p:tgtEl>
                                          <p:spTgt spid="18"/>
                                        </p:tgtEl>
                                        <p:attrNameLst>
                                          <p:attrName>ppt_x</p:attrName>
                                        </p:attrNameLst>
                                      </p:cBhvr>
                                      <p:tavLst>
                                        <p:tav tm="0">
                                          <p:val>
                                            <p:strVal val="#ppt_x"/>
                                          </p:val>
                                        </p:tav>
                                        <p:tav tm="100000">
                                          <p:val>
                                            <p:strVal val="#ppt_x"/>
                                          </p:val>
                                        </p:tav>
                                      </p:tavLst>
                                    </p:anim>
                                    <p:anim calcmode="lin" valueType="num">
                                      <p:cBhvr additive="base">
                                        <p:cTn id="7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31"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1000" fill="hold"/>
                                        <p:tgtEl>
                                          <p:spTgt spid="19"/>
                                        </p:tgtEl>
                                        <p:attrNameLst>
                                          <p:attrName>ppt_w</p:attrName>
                                        </p:attrNameLst>
                                      </p:cBhvr>
                                      <p:tavLst>
                                        <p:tav tm="0">
                                          <p:val>
                                            <p:fltVal val="0"/>
                                          </p:val>
                                        </p:tav>
                                        <p:tav tm="100000">
                                          <p:val>
                                            <p:strVal val="#ppt_w"/>
                                          </p:val>
                                        </p:tav>
                                      </p:tavLst>
                                    </p:anim>
                                    <p:anim calcmode="lin" valueType="num">
                                      <p:cBhvr>
                                        <p:cTn id="77" dur="1000" fill="hold"/>
                                        <p:tgtEl>
                                          <p:spTgt spid="19"/>
                                        </p:tgtEl>
                                        <p:attrNameLst>
                                          <p:attrName>ppt_h</p:attrName>
                                        </p:attrNameLst>
                                      </p:cBhvr>
                                      <p:tavLst>
                                        <p:tav tm="0">
                                          <p:val>
                                            <p:fltVal val="0"/>
                                          </p:val>
                                        </p:tav>
                                        <p:tav tm="100000">
                                          <p:val>
                                            <p:strVal val="#ppt_h"/>
                                          </p:val>
                                        </p:tav>
                                      </p:tavLst>
                                    </p:anim>
                                    <p:anim calcmode="lin" valueType="num">
                                      <p:cBhvr>
                                        <p:cTn id="78" dur="1000" fill="hold"/>
                                        <p:tgtEl>
                                          <p:spTgt spid="19"/>
                                        </p:tgtEl>
                                        <p:attrNameLst>
                                          <p:attrName>style.rotation</p:attrName>
                                        </p:attrNameLst>
                                      </p:cBhvr>
                                      <p:tavLst>
                                        <p:tav tm="0">
                                          <p:val>
                                            <p:fltVal val="90"/>
                                          </p:val>
                                        </p:tav>
                                        <p:tav tm="100000">
                                          <p:val>
                                            <p:fltVal val="0"/>
                                          </p:val>
                                        </p:tav>
                                      </p:tavLst>
                                    </p:anim>
                                    <p:animEffect transition="in" filter="fade">
                                      <p:cBhvr>
                                        <p:cTn id="79" dur="1000"/>
                                        <p:tgtEl>
                                          <p:spTgt spid="19"/>
                                        </p:tgtEl>
                                      </p:cBhvr>
                                    </p:animEffect>
                                  </p:childTnLst>
                                </p:cTn>
                              </p:par>
                              <p:par>
                                <p:cTn id="80" presetID="31"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1000" fill="hold"/>
                                        <p:tgtEl>
                                          <p:spTgt spid="20"/>
                                        </p:tgtEl>
                                        <p:attrNameLst>
                                          <p:attrName>ppt_w</p:attrName>
                                        </p:attrNameLst>
                                      </p:cBhvr>
                                      <p:tavLst>
                                        <p:tav tm="0">
                                          <p:val>
                                            <p:fltVal val="0"/>
                                          </p:val>
                                        </p:tav>
                                        <p:tav tm="100000">
                                          <p:val>
                                            <p:strVal val="#ppt_w"/>
                                          </p:val>
                                        </p:tav>
                                      </p:tavLst>
                                    </p:anim>
                                    <p:anim calcmode="lin" valueType="num">
                                      <p:cBhvr>
                                        <p:cTn id="83" dur="1000" fill="hold"/>
                                        <p:tgtEl>
                                          <p:spTgt spid="20"/>
                                        </p:tgtEl>
                                        <p:attrNameLst>
                                          <p:attrName>ppt_h</p:attrName>
                                        </p:attrNameLst>
                                      </p:cBhvr>
                                      <p:tavLst>
                                        <p:tav tm="0">
                                          <p:val>
                                            <p:fltVal val="0"/>
                                          </p:val>
                                        </p:tav>
                                        <p:tav tm="100000">
                                          <p:val>
                                            <p:strVal val="#ppt_h"/>
                                          </p:val>
                                        </p:tav>
                                      </p:tavLst>
                                    </p:anim>
                                    <p:anim calcmode="lin" valueType="num">
                                      <p:cBhvr>
                                        <p:cTn id="84" dur="1000" fill="hold"/>
                                        <p:tgtEl>
                                          <p:spTgt spid="20"/>
                                        </p:tgtEl>
                                        <p:attrNameLst>
                                          <p:attrName>style.rotation</p:attrName>
                                        </p:attrNameLst>
                                      </p:cBhvr>
                                      <p:tavLst>
                                        <p:tav tm="0">
                                          <p:val>
                                            <p:fltVal val="90"/>
                                          </p:val>
                                        </p:tav>
                                        <p:tav tm="100000">
                                          <p:val>
                                            <p:fltVal val="0"/>
                                          </p:val>
                                        </p:tav>
                                      </p:tavLst>
                                    </p:anim>
                                    <p:animEffect transition="in" filter="fade">
                                      <p:cBhvr>
                                        <p:cTn id="85" dur="1000"/>
                                        <p:tgtEl>
                                          <p:spTgt spid="20"/>
                                        </p:tgtEl>
                                      </p:cBhvr>
                                    </p:animEffect>
                                  </p:childTnLst>
                                </p:cTn>
                              </p:par>
                              <p:par>
                                <p:cTn id="86" presetID="31" presetClass="entr" presetSubtype="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p:cTn id="88" dur="1000" fill="hold"/>
                                        <p:tgtEl>
                                          <p:spTgt spid="22"/>
                                        </p:tgtEl>
                                        <p:attrNameLst>
                                          <p:attrName>ppt_w</p:attrName>
                                        </p:attrNameLst>
                                      </p:cBhvr>
                                      <p:tavLst>
                                        <p:tav tm="0">
                                          <p:val>
                                            <p:fltVal val="0"/>
                                          </p:val>
                                        </p:tav>
                                        <p:tav tm="100000">
                                          <p:val>
                                            <p:strVal val="#ppt_w"/>
                                          </p:val>
                                        </p:tav>
                                      </p:tavLst>
                                    </p:anim>
                                    <p:anim calcmode="lin" valueType="num">
                                      <p:cBhvr>
                                        <p:cTn id="89" dur="1000" fill="hold"/>
                                        <p:tgtEl>
                                          <p:spTgt spid="22"/>
                                        </p:tgtEl>
                                        <p:attrNameLst>
                                          <p:attrName>ppt_h</p:attrName>
                                        </p:attrNameLst>
                                      </p:cBhvr>
                                      <p:tavLst>
                                        <p:tav tm="0">
                                          <p:val>
                                            <p:fltVal val="0"/>
                                          </p:val>
                                        </p:tav>
                                        <p:tav tm="100000">
                                          <p:val>
                                            <p:strVal val="#ppt_h"/>
                                          </p:val>
                                        </p:tav>
                                      </p:tavLst>
                                    </p:anim>
                                    <p:anim calcmode="lin" valueType="num">
                                      <p:cBhvr>
                                        <p:cTn id="90" dur="1000" fill="hold"/>
                                        <p:tgtEl>
                                          <p:spTgt spid="22"/>
                                        </p:tgtEl>
                                        <p:attrNameLst>
                                          <p:attrName>style.rotation</p:attrName>
                                        </p:attrNameLst>
                                      </p:cBhvr>
                                      <p:tavLst>
                                        <p:tav tm="0">
                                          <p:val>
                                            <p:fltVal val="90"/>
                                          </p:val>
                                        </p:tav>
                                        <p:tav tm="100000">
                                          <p:val>
                                            <p:fltVal val="0"/>
                                          </p:val>
                                        </p:tav>
                                      </p:tavLst>
                                    </p:anim>
                                    <p:animEffect transition="in" filter="fade">
                                      <p:cBhvr>
                                        <p:cTn id="9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Pages Freelances et Tarifs</a:t>
            </a:r>
            <a:endParaRPr lang="en-US" sz="2200" dirty="0"/>
          </a:p>
        </p:txBody>
      </p:sp>
      <p:sp>
        <p:nvSpPr>
          <p:cNvPr id="4" name="Shape 2"/>
          <p:cNvSpPr/>
          <p:nvPr/>
        </p:nvSpPr>
        <p:spPr>
          <a:xfrm>
            <a:off x="320040" y="822960"/>
            <a:ext cx="4069080" cy="384048"/>
          </a:xfrm>
          <a:prstGeom prst="roundRect">
            <a:avLst>
              <a:gd name="adj" fmla="val 16667"/>
            </a:avLst>
          </a:prstGeom>
          <a:solidFill>
            <a:srgbClr val="0D6EFD"/>
          </a:solidFill>
          <a:ln w="12700">
            <a:solidFill>
              <a:srgbClr val="0D6EFD"/>
            </a:solidFill>
            <a:prstDash val="solid"/>
          </a:ln>
        </p:spPr>
        <p:txBody>
          <a:bodyPr/>
          <a:lstStyle/>
          <a:p>
            <a:endParaRPr lang="fr-FR"/>
          </a:p>
        </p:txBody>
      </p:sp>
      <p:sp>
        <p:nvSpPr>
          <p:cNvPr id="5" name="Text 3"/>
          <p:cNvSpPr/>
          <p:nvPr/>
        </p:nvSpPr>
        <p:spPr>
          <a:xfrm>
            <a:off x="320040" y="822960"/>
            <a:ext cx="40690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freelances</a:t>
            </a:r>
            <a:endParaRPr lang="en-US" sz="1300" dirty="0"/>
          </a:p>
        </p:txBody>
      </p:sp>
      <p:sp>
        <p:nvSpPr>
          <p:cNvPr id="6" name="Shape 4"/>
          <p:cNvSpPr/>
          <p:nvPr/>
        </p:nvSpPr>
        <p:spPr>
          <a:xfrm>
            <a:off x="4754880" y="822960"/>
            <a:ext cx="4069080" cy="384048"/>
          </a:xfrm>
          <a:prstGeom prst="roundRect">
            <a:avLst>
              <a:gd name="adj" fmla="val 16667"/>
            </a:avLst>
          </a:prstGeom>
          <a:solidFill>
            <a:srgbClr val="E25C38"/>
          </a:solidFill>
          <a:ln w="12700">
            <a:solidFill>
              <a:srgbClr val="E25C38"/>
            </a:solidFill>
            <a:prstDash val="solid"/>
          </a:ln>
        </p:spPr>
        <p:txBody>
          <a:bodyPr/>
          <a:lstStyle/>
          <a:p>
            <a:endParaRPr lang="fr-FR"/>
          </a:p>
        </p:txBody>
      </p:sp>
      <p:sp>
        <p:nvSpPr>
          <p:cNvPr id="7" name="Text 5"/>
          <p:cNvSpPr/>
          <p:nvPr/>
        </p:nvSpPr>
        <p:spPr>
          <a:xfrm>
            <a:off x="4754880" y="822960"/>
            <a:ext cx="4069080" cy="384048"/>
          </a:xfrm>
          <a:prstGeom prst="rect">
            <a:avLst/>
          </a:prstGeom>
          <a:noFill/>
          <a:ln/>
        </p:spPr>
        <p:txBody>
          <a:bodyPr wrap="square" lIns="0" tIns="0" rIns="0" bIns="0" rtlCol="0" anchor="ctr"/>
          <a:lstStyle/>
          <a:p>
            <a:pPr marL="0" indent="0" algn="ctr">
              <a:buNone/>
            </a:pPr>
            <a:r>
              <a:rPr lang="en-US" sz="1300" b="1" dirty="0" err="1">
                <a:solidFill>
                  <a:srgbClr val="FFFFFF"/>
                </a:solidFill>
                <a:latin typeface="Courier New" pitchFamily="34" charset="0"/>
                <a:ea typeface="Courier New" pitchFamily="34" charset="-122"/>
                <a:cs typeface="Courier New" pitchFamily="34" charset="-120"/>
              </a:rPr>
              <a:t>tarifs</a:t>
            </a:r>
            <a:endParaRPr lang="en-US" sz="1300" dirty="0"/>
          </a:p>
        </p:txBody>
      </p:sp>
      <p:sp>
        <p:nvSpPr>
          <p:cNvPr id="8" name="Shape 6"/>
          <p:cNvSpPr/>
          <p:nvPr/>
        </p:nvSpPr>
        <p:spPr>
          <a:xfrm>
            <a:off x="320040" y="13258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9" name="Text 7"/>
          <p:cNvSpPr/>
          <p:nvPr/>
        </p:nvSpPr>
        <p:spPr>
          <a:xfrm>
            <a:off x="457200" y="13258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005840" y="13258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Système de filtrage dynamique par compétences (JavaScript).</a:t>
            </a:r>
            <a:endParaRPr lang="en-US" sz="1200" dirty="0"/>
          </a:p>
        </p:txBody>
      </p:sp>
      <p:sp>
        <p:nvSpPr>
          <p:cNvPr id="11" name="Shape 9"/>
          <p:cNvSpPr/>
          <p:nvPr/>
        </p:nvSpPr>
        <p:spPr>
          <a:xfrm>
            <a:off x="320040" y="22402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2" name="Text 10"/>
          <p:cNvSpPr/>
          <p:nvPr/>
        </p:nvSpPr>
        <p:spPr>
          <a:xfrm>
            <a:off x="457200" y="22402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1005840" y="22402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Grille de profils réactive (Djiby Ndiaye, Salimata Dieye...).</a:t>
            </a:r>
            <a:endParaRPr lang="en-US" sz="1200" dirty="0"/>
          </a:p>
        </p:txBody>
      </p:sp>
      <p:sp>
        <p:nvSpPr>
          <p:cNvPr id="14" name="Shape 12"/>
          <p:cNvSpPr/>
          <p:nvPr/>
        </p:nvSpPr>
        <p:spPr>
          <a:xfrm>
            <a:off x="4754880" y="13258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5" name="Text 13"/>
          <p:cNvSpPr/>
          <p:nvPr/>
        </p:nvSpPr>
        <p:spPr>
          <a:xfrm>
            <a:off x="4892040" y="13258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5394960" y="13258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3 plans tarifaires : Gratuit, Pro (9 900 FCFA), Entreprise.</a:t>
            </a:r>
            <a:endParaRPr lang="en-US" sz="1200" dirty="0"/>
          </a:p>
        </p:txBody>
      </p:sp>
      <p:sp>
        <p:nvSpPr>
          <p:cNvPr id="17" name="Shape 15"/>
          <p:cNvSpPr/>
          <p:nvPr/>
        </p:nvSpPr>
        <p:spPr>
          <a:xfrm>
            <a:off x="4754880" y="22402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8" name="Text 16"/>
          <p:cNvSpPr/>
          <p:nvPr/>
        </p:nvSpPr>
        <p:spPr>
          <a:xfrm>
            <a:off x="4892040" y="22402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5394960" y="22402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Section FAQ interactive gérée par des accordéons Bootstrap.</a:t>
            </a:r>
            <a:endParaRPr lang="en-US" sz="1200" dirty="0"/>
          </a:p>
        </p:txBody>
      </p:sp>
      <p:sp>
        <p:nvSpPr>
          <p:cNvPr id="21" name="Text 19"/>
          <p:cNvSpPr/>
          <p:nvPr/>
        </p:nvSpPr>
        <p:spPr>
          <a:xfrm>
            <a:off x="320040" y="3840480"/>
            <a:ext cx="4069080" cy="640080"/>
          </a:xfrm>
          <a:prstGeom prst="rect">
            <a:avLst/>
          </a:prstGeom>
          <a:noFill/>
          <a:ln/>
        </p:spPr>
        <p:txBody>
          <a:bodyPr wrap="square" rtlCol="0" anchor="ctr"/>
          <a:lstStyle/>
          <a:p>
            <a:pPr marL="0" indent="0" algn="ctr">
              <a:buNone/>
            </a:pPr>
            <a:endParaRPr lang="en-US" sz="1400" dirty="0"/>
          </a:p>
        </p:txBody>
      </p:sp>
      <p:sp>
        <p:nvSpPr>
          <p:cNvPr id="22" name="Shape 20"/>
          <p:cNvSpPr/>
          <p:nvPr/>
        </p:nvSpPr>
        <p:spPr>
          <a:xfrm>
            <a:off x="4754880" y="3246120"/>
            <a:ext cx="4069080" cy="1600200"/>
          </a:xfrm>
          <a:prstGeom prst="roundRect">
            <a:avLst>
              <a:gd name="adj" fmla="val 5714"/>
            </a:avLst>
          </a:prstGeom>
          <a:solidFill>
            <a:srgbClr val="FFF5F2"/>
          </a:solidFill>
          <a:ln w="25400">
            <a:solidFill>
              <a:srgbClr val="FED7C7"/>
            </a:solidFill>
            <a:prstDash val="solid"/>
          </a:ln>
        </p:spPr>
        <p:txBody>
          <a:bodyPr/>
          <a:lstStyle/>
          <a:p>
            <a:endParaRPr lang="fr-FR"/>
          </a:p>
        </p:txBody>
      </p:sp>
      <p:sp>
        <p:nvSpPr>
          <p:cNvPr id="23" name="Text 21"/>
          <p:cNvSpPr/>
          <p:nvPr/>
        </p:nvSpPr>
        <p:spPr>
          <a:xfrm>
            <a:off x="4754880" y="3840480"/>
            <a:ext cx="4069080" cy="640080"/>
          </a:xfrm>
          <a:prstGeom prst="rect">
            <a:avLst/>
          </a:prstGeom>
          <a:noFill/>
          <a:ln/>
        </p:spPr>
        <p:txBody>
          <a:bodyPr wrap="square" rtlCol="0" anchor="ctr"/>
          <a:lstStyle/>
          <a:p>
            <a:pPr marL="0" indent="0" algn="ctr">
              <a:buNone/>
            </a:pPr>
            <a:endParaRPr lang="en-US" sz="1400" dirty="0"/>
          </a:p>
        </p:txBody>
      </p:sp>
      <p:pic>
        <p:nvPicPr>
          <p:cNvPr id="25" name="Image 24">
            <a:extLst>
              <a:ext uri="{FF2B5EF4-FFF2-40B4-BE49-F238E27FC236}">
                <a16:creationId xmlns:a16="http://schemas.microsoft.com/office/drawing/2014/main" id="{69703155-AFAD-BA6B-6443-52C1AC1BB0FE}"/>
              </a:ext>
            </a:extLst>
          </p:cNvPr>
          <p:cNvPicPr>
            <a:picLocks noChangeAspect="1"/>
          </p:cNvPicPr>
          <p:nvPr/>
        </p:nvPicPr>
        <p:blipFill>
          <a:blip r:embed="rId3"/>
          <a:stretch>
            <a:fillRect/>
          </a:stretch>
        </p:blipFill>
        <p:spPr>
          <a:xfrm>
            <a:off x="4664745" y="3246120"/>
            <a:ext cx="4296375" cy="1703992"/>
          </a:xfrm>
          <a:prstGeom prst="rect">
            <a:avLst/>
          </a:prstGeom>
        </p:spPr>
      </p:pic>
      <p:pic>
        <p:nvPicPr>
          <p:cNvPr id="27" name="Image 26">
            <a:extLst>
              <a:ext uri="{FF2B5EF4-FFF2-40B4-BE49-F238E27FC236}">
                <a16:creationId xmlns:a16="http://schemas.microsoft.com/office/drawing/2014/main" id="{E3E8B067-FA99-4AF5-E9AB-180991DAB03D}"/>
              </a:ext>
            </a:extLst>
          </p:cNvPr>
          <p:cNvPicPr>
            <a:picLocks noChangeAspect="1"/>
          </p:cNvPicPr>
          <p:nvPr/>
        </p:nvPicPr>
        <p:blipFill>
          <a:blip r:embed="rId4"/>
          <a:stretch>
            <a:fillRect/>
          </a:stretch>
        </p:blipFill>
        <p:spPr>
          <a:xfrm>
            <a:off x="204451" y="3246120"/>
            <a:ext cx="4161138" cy="17039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80">
                                          <p:stCondLst>
                                            <p:cond delay="0"/>
                                          </p:stCondLst>
                                        </p:cTn>
                                        <p:tgtEl>
                                          <p:spTgt spid="4"/>
                                        </p:tgtEl>
                                      </p:cBhvr>
                                    </p:animEffect>
                                    <p:anim calcmode="lin" valueType="num">
                                      <p:cBhvr>
                                        <p:cTn id="13"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8" dur="26">
                                          <p:stCondLst>
                                            <p:cond delay="650"/>
                                          </p:stCondLst>
                                        </p:cTn>
                                        <p:tgtEl>
                                          <p:spTgt spid="4"/>
                                        </p:tgtEl>
                                      </p:cBhvr>
                                      <p:to x="100000" y="60000"/>
                                    </p:animScale>
                                    <p:animScale>
                                      <p:cBhvr>
                                        <p:cTn id="19" dur="166" decel="50000">
                                          <p:stCondLst>
                                            <p:cond delay="676"/>
                                          </p:stCondLst>
                                        </p:cTn>
                                        <p:tgtEl>
                                          <p:spTgt spid="4"/>
                                        </p:tgtEl>
                                      </p:cBhvr>
                                      <p:to x="100000" y="100000"/>
                                    </p:animScale>
                                    <p:animScale>
                                      <p:cBhvr>
                                        <p:cTn id="20" dur="26">
                                          <p:stCondLst>
                                            <p:cond delay="1312"/>
                                          </p:stCondLst>
                                        </p:cTn>
                                        <p:tgtEl>
                                          <p:spTgt spid="4"/>
                                        </p:tgtEl>
                                      </p:cBhvr>
                                      <p:to x="100000" y="80000"/>
                                    </p:animScale>
                                    <p:animScale>
                                      <p:cBhvr>
                                        <p:cTn id="21" dur="166" decel="50000">
                                          <p:stCondLst>
                                            <p:cond delay="1338"/>
                                          </p:stCondLst>
                                        </p:cTn>
                                        <p:tgtEl>
                                          <p:spTgt spid="4"/>
                                        </p:tgtEl>
                                      </p:cBhvr>
                                      <p:to x="100000" y="100000"/>
                                    </p:animScale>
                                    <p:animScale>
                                      <p:cBhvr>
                                        <p:cTn id="22" dur="26">
                                          <p:stCondLst>
                                            <p:cond delay="1642"/>
                                          </p:stCondLst>
                                        </p:cTn>
                                        <p:tgtEl>
                                          <p:spTgt spid="4"/>
                                        </p:tgtEl>
                                      </p:cBhvr>
                                      <p:to x="100000" y="90000"/>
                                    </p:animScale>
                                    <p:animScale>
                                      <p:cBhvr>
                                        <p:cTn id="23" dur="166" decel="50000">
                                          <p:stCondLst>
                                            <p:cond delay="1668"/>
                                          </p:stCondLst>
                                        </p:cTn>
                                        <p:tgtEl>
                                          <p:spTgt spid="4"/>
                                        </p:tgtEl>
                                      </p:cBhvr>
                                      <p:to x="100000" y="100000"/>
                                    </p:animScale>
                                    <p:animScale>
                                      <p:cBhvr>
                                        <p:cTn id="24" dur="26">
                                          <p:stCondLst>
                                            <p:cond delay="1808"/>
                                          </p:stCondLst>
                                        </p:cTn>
                                        <p:tgtEl>
                                          <p:spTgt spid="4"/>
                                        </p:tgtEl>
                                      </p:cBhvr>
                                      <p:to x="100000" y="95000"/>
                                    </p:animScale>
                                    <p:animScale>
                                      <p:cBhvr>
                                        <p:cTn id="25" dur="166" decel="50000">
                                          <p:stCondLst>
                                            <p:cond delay="1834"/>
                                          </p:stCondLst>
                                        </p:cTn>
                                        <p:tgtEl>
                                          <p:spTgt spid="4"/>
                                        </p:tgtEl>
                                      </p:cBhvr>
                                      <p:to x="100000" y="100000"/>
                                    </p:animScale>
                                  </p:childTnLst>
                                </p:cTn>
                              </p:par>
                              <p:par>
                                <p:cTn id="26" presetID="26"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80">
                                          <p:stCondLst>
                                            <p:cond delay="0"/>
                                          </p:stCondLst>
                                        </p:cTn>
                                        <p:tgtEl>
                                          <p:spTgt spid="5"/>
                                        </p:tgtEl>
                                      </p:cBhvr>
                                    </p:animEffect>
                                    <p:anim calcmode="lin" valueType="num">
                                      <p:cBhvr>
                                        <p:cTn id="29"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4" dur="26">
                                          <p:stCondLst>
                                            <p:cond delay="650"/>
                                          </p:stCondLst>
                                        </p:cTn>
                                        <p:tgtEl>
                                          <p:spTgt spid="5"/>
                                        </p:tgtEl>
                                      </p:cBhvr>
                                      <p:to x="100000" y="60000"/>
                                    </p:animScale>
                                    <p:animScale>
                                      <p:cBhvr>
                                        <p:cTn id="35" dur="166" decel="50000">
                                          <p:stCondLst>
                                            <p:cond delay="676"/>
                                          </p:stCondLst>
                                        </p:cTn>
                                        <p:tgtEl>
                                          <p:spTgt spid="5"/>
                                        </p:tgtEl>
                                      </p:cBhvr>
                                      <p:to x="100000" y="100000"/>
                                    </p:animScale>
                                    <p:animScale>
                                      <p:cBhvr>
                                        <p:cTn id="36" dur="26">
                                          <p:stCondLst>
                                            <p:cond delay="1312"/>
                                          </p:stCondLst>
                                        </p:cTn>
                                        <p:tgtEl>
                                          <p:spTgt spid="5"/>
                                        </p:tgtEl>
                                      </p:cBhvr>
                                      <p:to x="100000" y="80000"/>
                                    </p:animScale>
                                    <p:animScale>
                                      <p:cBhvr>
                                        <p:cTn id="37" dur="166" decel="50000">
                                          <p:stCondLst>
                                            <p:cond delay="1338"/>
                                          </p:stCondLst>
                                        </p:cTn>
                                        <p:tgtEl>
                                          <p:spTgt spid="5"/>
                                        </p:tgtEl>
                                      </p:cBhvr>
                                      <p:to x="100000" y="100000"/>
                                    </p:animScale>
                                    <p:animScale>
                                      <p:cBhvr>
                                        <p:cTn id="38" dur="26">
                                          <p:stCondLst>
                                            <p:cond delay="1642"/>
                                          </p:stCondLst>
                                        </p:cTn>
                                        <p:tgtEl>
                                          <p:spTgt spid="5"/>
                                        </p:tgtEl>
                                      </p:cBhvr>
                                      <p:to x="100000" y="90000"/>
                                    </p:animScale>
                                    <p:animScale>
                                      <p:cBhvr>
                                        <p:cTn id="39" dur="166" decel="50000">
                                          <p:stCondLst>
                                            <p:cond delay="1668"/>
                                          </p:stCondLst>
                                        </p:cTn>
                                        <p:tgtEl>
                                          <p:spTgt spid="5"/>
                                        </p:tgtEl>
                                      </p:cBhvr>
                                      <p:to x="100000" y="100000"/>
                                    </p:animScale>
                                    <p:animScale>
                                      <p:cBhvr>
                                        <p:cTn id="40" dur="26">
                                          <p:stCondLst>
                                            <p:cond delay="1808"/>
                                          </p:stCondLst>
                                        </p:cTn>
                                        <p:tgtEl>
                                          <p:spTgt spid="5"/>
                                        </p:tgtEl>
                                      </p:cBhvr>
                                      <p:to x="100000" y="95000"/>
                                    </p:animScale>
                                    <p:animScale>
                                      <p:cBhvr>
                                        <p:cTn id="41" dur="166" decel="50000">
                                          <p:stCondLst>
                                            <p:cond delay="1834"/>
                                          </p:stCondLst>
                                        </p:cTn>
                                        <p:tgtEl>
                                          <p:spTgt spid="5"/>
                                        </p:tgtEl>
                                      </p:cBhvr>
                                      <p:to x="100000" y="100000"/>
                                    </p:animScale>
                                  </p:childTnLst>
                                </p:cTn>
                              </p:par>
                              <p:par>
                                <p:cTn id="42" presetID="26"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down)">
                                      <p:cBhvr>
                                        <p:cTn id="44" dur="580">
                                          <p:stCondLst>
                                            <p:cond delay="0"/>
                                          </p:stCondLst>
                                        </p:cTn>
                                        <p:tgtEl>
                                          <p:spTgt spid="6"/>
                                        </p:tgtEl>
                                      </p:cBhvr>
                                    </p:animEffect>
                                    <p:anim calcmode="lin" valueType="num">
                                      <p:cBhvr>
                                        <p:cTn id="45"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0" dur="26">
                                          <p:stCondLst>
                                            <p:cond delay="650"/>
                                          </p:stCondLst>
                                        </p:cTn>
                                        <p:tgtEl>
                                          <p:spTgt spid="6"/>
                                        </p:tgtEl>
                                      </p:cBhvr>
                                      <p:to x="100000" y="60000"/>
                                    </p:animScale>
                                    <p:animScale>
                                      <p:cBhvr>
                                        <p:cTn id="51" dur="166" decel="50000">
                                          <p:stCondLst>
                                            <p:cond delay="676"/>
                                          </p:stCondLst>
                                        </p:cTn>
                                        <p:tgtEl>
                                          <p:spTgt spid="6"/>
                                        </p:tgtEl>
                                      </p:cBhvr>
                                      <p:to x="100000" y="100000"/>
                                    </p:animScale>
                                    <p:animScale>
                                      <p:cBhvr>
                                        <p:cTn id="52" dur="26">
                                          <p:stCondLst>
                                            <p:cond delay="1312"/>
                                          </p:stCondLst>
                                        </p:cTn>
                                        <p:tgtEl>
                                          <p:spTgt spid="6"/>
                                        </p:tgtEl>
                                      </p:cBhvr>
                                      <p:to x="100000" y="80000"/>
                                    </p:animScale>
                                    <p:animScale>
                                      <p:cBhvr>
                                        <p:cTn id="53" dur="166" decel="50000">
                                          <p:stCondLst>
                                            <p:cond delay="1338"/>
                                          </p:stCondLst>
                                        </p:cTn>
                                        <p:tgtEl>
                                          <p:spTgt spid="6"/>
                                        </p:tgtEl>
                                      </p:cBhvr>
                                      <p:to x="100000" y="100000"/>
                                    </p:animScale>
                                    <p:animScale>
                                      <p:cBhvr>
                                        <p:cTn id="54" dur="26">
                                          <p:stCondLst>
                                            <p:cond delay="1642"/>
                                          </p:stCondLst>
                                        </p:cTn>
                                        <p:tgtEl>
                                          <p:spTgt spid="6"/>
                                        </p:tgtEl>
                                      </p:cBhvr>
                                      <p:to x="100000" y="90000"/>
                                    </p:animScale>
                                    <p:animScale>
                                      <p:cBhvr>
                                        <p:cTn id="55" dur="166" decel="50000">
                                          <p:stCondLst>
                                            <p:cond delay="1668"/>
                                          </p:stCondLst>
                                        </p:cTn>
                                        <p:tgtEl>
                                          <p:spTgt spid="6"/>
                                        </p:tgtEl>
                                      </p:cBhvr>
                                      <p:to x="100000" y="100000"/>
                                    </p:animScale>
                                    <p:animScale>
                                      <p:cBhvr>
                                        <p:cTn id="56" dur="26">
                                          <p:stCondLst>
                                            <p:cond delay="1808"/>
                                          </p:stCondLst>
                                        </p:cTn>
                                        <p:tgtEl>
                                          <p:spTgt spid="6"/>
                                        </p:tgtEl>
                                      </p:cBhvr>
                                      <p:to x="100000" y="95000"/>
                                    </p:animScale>
                                    <p:animScale>
                                      <p:cBhvr>
                                        <p:cTn id="57" dur="166" decel="50000">
                                          <p:stCondLst>
                                            <p:cond delay="1834"/>
                                          </p:stCondLst>
                                        </p:cTn>
                                        <p:tgtEl>
                                          <p:spTgt spid="6"/>
                                        </p:tgtEl>
                                      </p:cBhvr>
                                      <p:to x="100000" y="100000"/>
                                    </p:animScale>
                                  </p:childTnLst>
                                </p:cTn>
                              </p:par>
                              <p:par>
                                <p:cTn id="58" presetID="26" presetClass="entr" presetSubtype="0"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down)">
                                      <p:cBhvr>
                                        <p:cTn id="60" dur="580">
                                          <p:stCondLst>
                                            <p:cond delay="0"/>
                                          </p:stCondLst>
                                        </p:cTn>
                                        <p:tgtEl>
                                          <p:spTgt spid="7"/>
                                        </p:tgtEl>
                                      </p:cBhvr>
                                    </p:animEffect>
                                    <p:anim calcmode="lin" valueType="num">
                                      <p:cBhvr>
                                        <p:cTn id="61"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62"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63"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64"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65"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66" dur="26">
                                          <p:stCondLst>
                                            <p:cond delay="650"/>
                                          </p:stCondLst>
                                        </p:cTn>
                                        <p:tgtEl>
                                          <p:spTgt spid="7"/>
                                        </p:tgtEl>
                                      </p:cBhvr>
                                      <p:to x="100000" y="60000"/>
                                    </p:animScale>
                                    <p:animScale>
                                      <p:cBhvr>
                                        <p:cTn id="67" dur="166" decel="50000">
                                          <p:stCondLst>
                                            <p:cond delay="676"/>
                                          </p:stCondLst>
                                        </p:cTn>
                                        <p:tgtEl>
                                          <p:spTgt spid="7"/>
                                        </p:tgtEl>
                                      </p:cBhvr>
                                      <p:to x="100000" y="100000"/>
                                    </p:animScale>
                                    <p:animScale>
                                      <p:cBhvr>
                                        <p:cTn id="68" dur="26">
                                          <p:stCondLst>
                                            <p:cond delay="1312"/>
                                          </p:stCondLst>
                                        </p:cTn>
                                        <p:tgtEl>
                                          <p:spTgt spid="7"/>
                                        </p:tgtEl>
                                      </p:cBhvr>
                                      <p:to x="100000" y="80000"/>
                                    </p:animScale>
                                    <p:animScale>
                                      <p:cBhvr>
                                        <p:cTn id="69" dur="166" decel="50000">
                                          <p:stCondLst>
                                            <p:cond delay="1338"/>
                                          </p:stCondLst>
                                        </p:cTn>
                                        <p:tgtEl>
                                          <p:spTgt spid="7"/>
                                        </p:tgtEl>
                                      </p:cBhvr>
                                      <p:to x="100000" y="100000"/>
                                    </p:animScale>
                                    <p:animScale>
                                      <p:cBhvr>
                                        <p:cTn id="70" dur="26">
                                          <p:stCondLst>
                                            <p:cond delay="1642"/>
                                          </p:stCondLst>
                                        </p:cTn>
                                        <p:tgtEl>
                                          <p:spTgt spid="7"/>
                                        </p:tgtEl>
                                      </p:cBhvr>
                                      <p:to x="100000" y="90000"/>
                                    </p:animScale>
                                    <p:animScale>
                                      <p:cBhvr>
                                        <p:cTn id="71" dur="166" decel="50000">
                                          <p:stCondLst>
                                            <p:cond delay="1668"/>
                                          </p:stCondLst>
                                        </p:cTn>
                                        <p:tgtEl>
                                          <p:spTgt spid="7"/>
                                        </p:tgtEl>
                                      </p:cBhvr>
                                      <p:to x="100000" y="100000"/>
                                    </p:animScale>
                                    <p:animScale>
                                      <p:cBhvr>
                                        <p:cTn id="72" dur="26">
                                          <p:stCondLst>
                                            <p:cond delay="1808"/>
                                          </p:stCondLst>
                                        </p:cTn>
                                        <p:tgtEl>
                                          <p:spTgt spid="7"/>
                                        </p:tgtEl>
                                      </p:cBhvr>
                                      <p:to x="100000" y="95000"/>
                                    </p:animScale>
                                    <p:animScale>
                                      <p:cBhvr>
                                        <p:cTn id="73" dur="166" decel="50000">
                                          <p:stCondLst>
                                            <p:cond delay="1834"/>
                                          </p:stCondLst>
                                        </p:cTn>
                                        <p:tgtEl>
                                          <p:spTgt spid="7"/>
                                        </p:tgtEl>
                                      </p:cBhvr>
                                      <p:to x="100000" y="100000"/>
                                    </p:animScale>
                                  </p:childTnLst>
                                </p:cTn>
                              </p:par>
                              <p:par>
                                <p:cTn id="74" presetID="26" presetClass="entr" presetSubtype="0"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wipe(down)">
                                      <p:cBhvr>
                                        <p:cTn id="76" dur="580">
                                          <p:stCondLst>
                                            <p:cond delay="0"/>
                                          </p:stCondLst>
                                        </p:cTn>
                                        <p:tgtEl>
                                          <p:spTgt spid="8"/>
                                        </p:tgtEl>
                                      </p:cBhvr>
                                    </p:animEffect>
                                    <p:anim calcmode="lin" valueType="num">
                                      <p:cBhvr>
                                        <p:cTn id="7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7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7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8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8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82" dur="26">
                                          <p:stCondLst>
                                            <p:cond delay="650"/>
                                          </p:stCondLst>
                                        </p:cTn>
                                        <p:tgtEl>
                                          <p:spTgt spid="8"/>
                                        </p:tgtEl>
                                      </p:cBhvr>
                                      <p:to x="100000" y="60000"/>
                                    </p:animScale>
                                    <p:animScale>
                                      <p:cBhvr>
                                        <p:cTn id="83" dur="166" decel="50000">
                                          <p:stCondLst>
                                            <p:cond delay="676"/>
                                          </p:stCondLst>
                                        </p:cTn>
                                        <p:tgtEl>
                                          <p:spTgt spid="8"/>
                                        </p:tgtEl>
                                      </p:cBhvr>
                                      <p:to x="100000" y="100000"/>
                                    </p:animScale>
                                    <p:animScale>
                                      <p:cBhvr>
                                        <p:cTn id="84" dur="26">
                                          <p:stCondLst>
                                            <p:cond delay="1312"/>
                                          </p:stCondLst>
                                        </p:cTn>
                                        <p:tgtEl>
                                          <p:spTgt spid="8"/>
                                        </p:tgtEl>
                                      </p:cBhvr>
                                      <p:to x="100000" y="80000"/>
                                    </p:animScale>
                                    <p:animScale>
                                      <p:cBhvr>
                                        <p:cTn id="85" dur="166" decel="50000">
                                          <p:stCondLst>
                                            <p:cond delay="1338"/>
                                          </p:stCondLst>
                                        </p:cTn>
                                        <p:tgtEl>
                                          <p:spTgt spid="8"/>
                                        </p:tgtEl>
                                      </p:cBhvr>
                                      <p:to x="100000" y="100000"/>
                                    </p:animScale>
                                    <p:animScale>
                                      <p:cBhvr>
                                        <p:cTn id="86" dur="26">
                                          <p:stCondLst>
                                            <p:cond delay="1642"/>
                                          </p:stCondLst>
                                        </p:cTn>
                                        <p:tgtEl>
                                          <p:spTgt spid="8"/>
                                        </p:tgtEl>
                                      </p:cBhvr>
                                      <p:to x="100000" y="90000"/>
                                    </p:animScale>
                                    <p:animScale>
                                      <p:cBhvr>
                                        <p:cTn id="87" dur="166" decel="50000">
                                          <p:stCondLst>
                                            <p:cond delay="1668"/>
                                          </p:stCondLst>
                                        </p:cTn>
                                        <p:tgtEl>
                                          <p:spTgt spid="8"/>
                                        </p:tgtEl>
                                      </p:cBhvr>
                                      <p:to x="100000" y="100000"/>
                                    </p:animScale>
                                    <p:animScale>
                                      <p:cBhvr>
                                        <p:cTn id="88" dur="26">
                                          <p:stCondLst>
                                            <p:cond delay="1808"/>
                                          </p:stCondLst>
                                        </p:cTn>
                                        <p:tgtEl>
                                          <p:spTgt spid="8"/>
                                        </p:tgtEl>
                                      </p:cBhvr>
                                      <p:to x="100000" y="95000"/>
                                    </p:animScale>
                                    <p:animScale>
                                      <p:cBhvr>
                                        <p:cTn id="89" dur="166" decel="50000">
                                          <p:stCondLst>
                                            <p:cond delay="1834"/>
                                          </p:stCondLst>
                                        </p:cTn>
                                        <p:tgtEl>
                                          <p:spTgt spid="8"/>
                                        </p:tgtEl>
                                      </p:cBhvr>
                                      <p:to x="100000" y="100000"/>
                                    </p:animScale>
                                  </p:childTnLst>
                                </p:cTn>
                              </p:par>
                              <p:par>
                                <p:cTn id="90" presetID="26" presetClass="entr" presetSubtype="0" fill="hold" grpId="0" nodeType="with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wipe(down)">
                                      <p:cBhvr>
                                        <p:cTn id="92" dur="580">
                                          <p:stCondLst>
                                            <p:cond delay="0"/>
                                          </p:stCondLst>
                                        </p:cTn>
                                        <p:tgtEl>
                                          <p:spTgt spid="9"/>
                                        </p:tgtEl>
                                      </p:cBhvr>
                                    </p:animEffect>
                                    <p:anim calcmode="lin" valueType="num">
                                      <p:cBhvr>
                                        <p:cTn id="93"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4"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95"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96"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97"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98" dur="26">
                                          <p:stCondLst>
                                            <p:cond delay="650"/>
                                          </p:stCondLst>
                                        </p:cTn>
                                        <p:tgtEl>
                                          <p:spTgt spid="9"/>
                                        </p:tgtEl>
                                      </p:cBhvr>
                                      <p:to x="100000" y="60000"/>
                                    </p:animScale>
                                    <p:animScale>
                                      <p:cBhvr>
                                        <p:cTn id="99" dur="166" decel="50000">
                                          <p:stCondLst>
                                            <p:cond delay="676"/>
                                          </p:stCondLst>
                                        </p:cTn>
                                        <p:tgtEl>
                                          <p:spTgt spid="9"/>
                                        </p:tgtEl>
                                      </p:cBhvr>
                                      <p:to x="100000" y="100000"/>
                                    </p:animScale>
                                    <p:animScale>
                                      <p:cBhvr>
                                        <p:cTn id="100" dur="26">
                                          <p:stCondLst>
                                            <p:cond delay="1312"/>
                                          </p:stCondLst>
                                        </p:cTn>
                                        <p:tgtEl>
                                          <p:spTgt spid="9"/>
                                        </p:tgtEl>
                                      </p:cBhvr>
                                      <p:to x="100000" y="80000"/>
                                    </p:animScale>
                                    <p:animScale>
                                      <p:cBhvr>
                                        <p:cTn id="101" dur="166" decel="50000">
                                          <p:stCondLst>
                                            <p:cond delay="1338"/>
                                          </p:stCondLst>
                                        </p:cTn>
                                        <p:tgtEl>
                                          <p:spTgt spid="9"/>
                                        </p:tgtEl>
                                      </p:cBhvr>
                                      <p:to x="100000" y="100000"/>
                                    </p:animScale>
                                    <p:animScale>
                                      <p:cBhvr>
                                        <p:cTn id="102" dur="26">
                                          <p:stCondLst>
                                            <p:cond delay="1642"/>
                                          </p:stCondLst>
                                        </p:cTn>
                                        <p:tgtEl>
                                          <p:spTgt spid="9"/>
                                        </p:tgtEl>
                                      </p:cBhvr>
                                      <p:to x="100000" y="90000"/>
                                    </p:animScale>
                                    <p:animScale>
                                      <p:cBhvr>
                                        <p:cTn id="103" dur="166" decel="50000">
                                          <p:stCondLst>
                                            <p:cond delay="1668"/>
                                          </p:stCondLst>
                                        </p:cTn>
                                        <p:tgtEl>
                                          <p:spTgt spid="9"/>
                                        </p:tgtEl>
                                      </p:cBhvr>
                                      <p:to x="100000" y="100000"/>
                                    </p:animScale>
                                    <p:animScale>
                                      <p:cBhvr>
                                        <p:cTn id="104" dur="26">
                                          <p:stCondLst>
                                            <p:cond delay="1808"/>
                                          </p:stCondLst>
                                        </p:cTn>
                                        <p:tgtEl>
                                          <p:spTgt spid="9"/>
                                        </p:tgtEl>
                                      </p:cBhvr>
                                      <p:to x="100000" y="95000"/>
                                    </p:animScale>
                                    <p:animScale>
                                      <p:cBhvr>
                                        <p:cTn id="105" dur="166" decel="50000">
                                          <p:stCondLst>
                                            <p:cond delay="1834"/>
                                          </p:stCondLst>
                                        </p:cTn>
                                        <p:tgtEl>
                                          <p:spTgt spid="9"/>
                                        </p:tgtEl>
                                      </p:cBhvr>
                                      <p:to x="100000" y="100000"/>
                                    </p:animScale>
                                  </p:childTnLst>
                                </p:cTn>
                              </p:par>
                              <p:par>
                                <p:cTn id="106" presetID="26" presetClass="entr" presetSubtype="0" fill="hold" grpId="0" nodeType="withEffect">
                                  <p:stCondLst>
                                    <p:cond delay="0"/>
                                  </p:stCondLst>
                                  <p:childTnLst>
                                    <p:set>
                                      <p:cBhvr>
                                        <p:cTn id="107" dur="1" fill="hold">
                                          <p:stCondLst>
                                            <p:cond delay="0"/>
                                          </p:stCondLst>
                                        </p:cTn>
                                        <p:tgtEl>
                                          <p:spTgt spid="10"/>
                                        </p:tgtEl>
                                        <p:attrNameLst>
                                          <p:attrName>style.visibility</p:attrName>
                                        </p:attrNameLst>
                                      </p:cBhvr>
                                      <p:to>
                                        <p:strVal val="visible"/>
                                      </p:to>
                                    </p:set>
                                    <p:animEffect transition="in" filter="wipe(down)">
                                      <p:cBhvr>
                                        <p:cTn id="108" dur="580">
                                          <p:stCondLst>
                                            <p:cond delay="0"/>
                                          </p:stCondLst>
                                        </p:cTn>
                                        <p:tgtEl>
                                          <p:spTgt spid="10"/>
                                        </p:tgtEl>
                                      </p:cBhvr>
                                    </p:animEffect>
                                    <p:anim calcmode="lin" valueType="num">
                                      <p:cBhvr>
                                        <p:cTn id="109"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10"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11"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2"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13"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14" dur="26">
                                          <p:stCondLst>
                                            <p:cond delay="650"/>
                                          </p:stCondLst>
                                        </p:cTn>
                                        <p:tgtEl>
                                          <p:spTgt spid="10"/>
                                        </p:tgtEl>
                                      </p:cBhvr>
                                      <p:to x="100000" y="60000"/>
                                    </p:animScale>
                                    <p:animScale>
                                      <p:cBhvr>
                                        <p:cTn id="115" dur="166" decel="50000">
                                          <p:stCondLst>
                                            <p:cond delay="676"/>
                                          </p:stCondLst>
                                        </p:cTn>
                                        <p:tgtEl>
                                          <p:spTgt spid="10"/>
                                        </p:tgtEl>
                                      </p:cBhvr>
                                      <p:to x="100000" y="100000"/>
                                    </p:animScale>
                                    <p:animScale>
                                      <p:cBhvr>
                                        <p:cTn id="116" dur="26">
                                          <p:stCondLst>
                                            <p:cond delay="1312"/>
                                          </p:stCondLst>
                                        </p:cTn>
                                        <p:tgtEl>
                                          <p:spTgt spid="10"/>
                                        </p:tgtEl>
                                      </p:cBhvr>
                                      <p:to x="100000" y="80000"/>
                                    </p:animScale>
                                    <p:animScale>
                                      <p:cBhvr>
                                        <p:cTn id="117" dur="166" decel="50000">
                                          <p:stCondLst>
                                            <p:cond delay="1338"/>
                                          </p:stCondLst>
                                        </p:cTn>
                                        <p:tgtEl>
                                          <p:spTgt spid="10"/>
                                        </p:tgtEl>
                                      </p:cBhvr>
                                      <p:to x="100000" y="100000"/>
                                    </p:animScale>
                                    <p:animScale>
                                      <p:cBhvr>
                                        <p:cTn id="118" dur="26">
                                          <p:stCondLst>
                                            <p:cond delay="1642"/>
                                          </p:stCondLst>
                                        </p:cTn>
                                        <p:tgtEl>
                                          <p:spTgt spid="10"/>
                                        </p:tgtEl>
                                      </p:cBhvr>
                                      <p:to x="100000" y="90000"/>
                                    </p:animScale>
                                    <p:animScale>
                                      <p:cBhvr>
                                        <p:cTn id="119" dur="166" decel="50000">
                                          <p:stCondLst>
                                            <p:cond delay="1668"/>
                                          </p:stCondLst>
                                        </p:cTn>
                                        <p:tgtEl>
                                          <p:spTgt spid="10"/>
                                        </p:tgtEl>
                                      </p:cBhvr>
                                      <p:to x="100000" y="100000"/>
                                    </p:animScale>
                                    <p:animScale>
                                      <p:cBhvr>
                                        <p:cTn id="120" dur="26">
                                          <p:stCondLst>
                                            <p:cond delay="1808"/>
                                          </p:stCondLst>
                                        </p:cTn>
                                        <p:tgtEl>
                                          <p:spTgt spid="10"/>
                                        </p:tgtEl>
                                      </p:cBhvr>
                                      <p:to x="100000" y="95000"/>
                                    </p:animScale>
                                    <p:animScale>
                                      <p:cBhvr>
                                        <p:cTn id="121" dur="166" decel="50000">
                                          <p:stCondLst>
                                            <p:cond delay="1834"/>
                                          </p:stCondLst>
                                        </p:cTn>
                                        <p:tgtEl>
                                          <p:spTgt spid="10"/>
                                        </p:tgtEl>
                                      </p:cBhvr>
                                      <p:to x="100000" y="100000"/>
                                    </p:animScale>
                                  </p:childTnLst>
                                </p:cTn>
                              </p:par>
                              <p:par>
                                <p:cTn id="122" presetID="26" presetClass="entr" presetSubtype="0" fill="hold" grpId="0" nodeType="withEffect">
                                  <p:stCondLst>
                                    <p:cond delay="0"/>
                                  </p:stCondLst>
                                  <p:childTnLst>
                                    <p:set>
                                      <p:cBhvr>
                                        <p:cTn id="123" dur="1" fill="hold">
                                          <p:stCondLst>
                                            <p:cond delay="0"/>
                                          </p:stCondLst>
                                        </p:cTn>
                                        <p:tgtEl>
                                          <p:spTgt spid="11"/>
                                        </p:tgtEl>
                                        <p:attrNameLst>
                                          <p:attrName>style.visibility</p:attrName>
                                        </p:attrNameLst>
                                      </p:cBhvr>
                                      <p:to>
                                        <p:strVal val="visible"/>
                                      </p:to>
                                    </p:set>
                                    <p:animEffect transition="in" filter="wipe(down)">
                                      <p:cBhvr>
                                        <p:cTn id="124" dur="580">
                                          <p:stCondLst>
                                            <p:cond delay="0"/>
                                          </p:stCondLst>
                                        </p:cTn>
                                        <p:tgtEl>
                                          <p:spTgt spid="11"/>
                                        </p:tgtEl>
                                      </p:cBhvr>
                                    </p:animEffect>
                                    <p:anim calcmode="lin" valueType="num">
                                      <p:cBhvr>
                                        <p:cTn id="125"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26"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27"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28"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9"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30" dur="26">
                                          <p:stCondLst>
                                            <p:cond delay="650"/>
                                          </p:stCondLst>
                                        </p:cTn>
                                        <p:tgtEl>
                                          <p:spTgt spid="11"/>
                                        </p:tgtEl>
                                      </p:cBhvr>
                                      <p:to x="100000" y="60000"/>
                                    </p:animScale>
                                    <p:animScale>
                                      <p:cBhvr>
                                        <p:cTn id="131" dur="166" decel="50000">
                                          <p:stCondLst>
                                            <p:cond delay="676"/>
                                          </p:stCondLst>
                                        </p:cTn>
                                        <p:tgtEl>
                                          <p:spTgt spid="11"/>
                                        </p:tgtEl>
                                      </p:cBhvr>
                                      <p:to x="100000" y="100000"/>
                                    </p:animScale>
                                    <p:animScale>
                                      <p:cBhvr>
                                        <p:cTn id="132" dur="26">
                                          <p:stCondLst>
                                            <p:cond delay="1312"/>
                                          </p:stCondLst>
                                        </p:cTn>
                                        <p:tgtEl>
                                          <p:spTgt spid="11"/>
                                        </p:tgtEl>
                                      </p:cBhvr>
                                      <p:to x="100000" y="80000"/>
                                    </p:animScale>
                                    <p:animScale>
                                      <p:cBhvr>
                                        <p:cTn id="133" dur="166" decel="50000">
                                          <p:stCondLst>
                                            <p:cond delay="1338"/>
                                          </p:stCondLst>
                                        </p:cTn>
                                        <p:tgtEl>
                                          <p:spTgt spid="11"/>
                                        </p:tgtEl>
                                      </p:cBhvr>
                                      <p:to x="100000" y="100000"/>
                                    </p:animScale>
                                    <p:animScale>
                                      <p:cBhvr>
                                        <p:cTn id="134" dur="26">
                                          <p:stCondLst>
                                            <p:cond delay="1642"/>
                                          </p:stCondLst>
                                        </p:cTn>
                                        <p:tgtEl>
                                          <p:spTgt spid="11"/>
                                        </p:tgtEl>
                                      </p:cBhvr>
                                      <p:to x="100000" y="90000"/>
                                    </p:animScale>
                                    <p:animScale>
                                      <p:cBhvr>
                                        <p:cTn id="135" dur="166" decel="50000">
                                          <p:stCondLst>
                                            <p:cond delay="1668"/>
                                          </p:stCondLst>
                                        </p:cTn>
                                        <p:tgtEl>
                                          <p:spTgt spid="11"/>
                                        </p:tgtEl>
                                      </p:cBhvr>
                                      <p:to x="100000" y="100000"/>
                                    </p:animScale>
                                    <p:animScale>
                                      <p:cBhvr>
                                        <p:cTn id="136" dur="26">
                                          <p:stCondLst>
                                            <p:cond delay="1808"/>
                                          </p:stCondLst>
                                        </p:cTn>
                                        <p:tgtEl>
                                          <p:spTgt spid="11"/>
                                        </p:tgtEl>
                                      </p:cBhvr>
                                      <p:to x="100000" y="95000"/>
                                    </p:animScale>
                                    <p:animScale>
                                      <p:cBhvr>
                                        <p:cTn id="137" dur="166" decel="50000">
                                          <p:stCondLst>
                                            <p:cond delay="1834"/>
                                          </p:stCondLst>
                                        </p:cTn>
                                        <p:tgtEl>
                                          <p:spTgt spid="11"/>
                                        </p:tgtEl>
                                      </p:cBhvr>
                                      <p:to x="100000" y="100000"/>
                                    </p:animScale>
                                  </p:childTnLst>
                                </p:cTn>
                              </p:par>
                              <p:par>
                                <p:cTn id="138" presetID="26" presetClass="entr" presetSubtype="0" fill="hold" grpId="0" nodeType="withEffect">
                                  <p:stCondLst>
                                    <p:cond delay="0"/>
                                  </p:stCondLst>
                                  <p:childTnLst>
                                    <p:set>
                                      <p:cBhvr>
                                        <p:cTn id="139" dur="1" fill="hold">
                                          <p:stCondLst>
                                            <p:cond delay="0"/>
                                          </p:stCondLst>
                                        </p:cTn>
                                        <p:tgtEl>
                                          <p:spTgt spid="12"/>
                                        </p:tgtEl>
                                        <p:attrNameLst>
                                          <p:attrName>style.visibility</p:attrName>
                                        </p:attrNameLst>
                                      </p:cBhvr>
                                      <p:to>
                                        <p:strVal val="visible"/>
                                      </p:to>
                                    </p:set>
                                    <p:animEffect transition="in" filter="wipe(down)">
                                      <p:cBhvr>
                                        <p:cTn id="140" dur="580">
                                          <p:stCondLst>
                                            <p:cond delay="0"/>
                                          </p:stCondLst>
                                        </p:cTn>
                                        <p:tgtEl>
                                          <p:spTgt spid="12"/>
                                        </p:tgtEl>
                                      </p:cBhvr>
                                    </p:animEffect>
                                    <p:anim calcmode="lin" valueType="num">
                                      <p:cBhvr>
                                        <p:cTn id="141"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42"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43"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44"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45"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46" dur="26">
                                          <p:stCondLst>
                                            <p:cond delay="650"/>
                                          </p:stCondLst>
                                        </p:cTn>
                                        <p:tgtEl>
                                          <p:spTgt spid="12"/>
                                        </p:tgtEl>
                                      </p:cBhvr>
                                      <p:to x="100000" y="60000"/>
                                    </p:animScale>
                                    <p:animScale>
                                      <p:cBhvr>
                                        <p:cTn id="147" dur="166" decel="50000">
                                          <p:stCondLst>
                                            <p:cond delay="676"/>
                                          </p:stCondLst>
                                        </p:cTn>
                                        <p:tgtEl>
                                          <p:spTgt spid="12"/>
                                        </p:tgtEl>
                                      </p:cBhvr>
                                      <p:to x="100000" y="100000"/>
                                    </p:animScale>
                                    <p:animScale>
                                      <p:cBhvr>
                                        <p:cTn id="148" dur="26">
                                          <p:stCondLst>
                                            <p:cond delay="1312"/>
                                          </p:stCondLst>
                                        </p:cTn>
                                        <p:tgtEl>
                                          <p:spTgt spid="12"/>
                                        </p:tgtEl>
                                      </p:cBhvr>
                                      <p:to x="100000" y="80000"/>
                                    </p:animScale>
                                    <p:animScale>
                                      <p:cBhvr>
                                        <p:cTn id="149" dur="166" decel="50000">
                                          <p:stCondLst>
                                            <p:cond delay="1338"/>
                                          </p:stCondLst>
                                        </p:cTn>
                                        <p:tgtEl>
                                          <p:spTgt spid="12"/>
                                        </p:tgtEl>
                                      </p:cBhvr>
                                      <p:to x="100000" y="100000"/>
                                    </p:animScale>
                                    <p:animScale>
                                      <p:cBhvr>
                                        <p:cTn id="150" dur="26">
                                          <p:stCondLst>
                                            <p:cond delay="1642"/>
                                          </p:stCondLst>
                                        </p:cTn>
                                        <p:tgtEl>
                                          <p:spTgt spid="12"/>
                                        </p:tgtEl>
                                      </p:cBhvr>
                                      <p:to x="100000" y="90000"/>
                                    </p:animScale>
                                    <p:animScale>
                                      <p:cBhvr>
                                        <p:cTn id="151" dur="166" decel="50000">
                                          <p:stCondLst>
                                            <p:cond delay="1668"/>
                                          </p:stCondLst>
                                        </p:cTn>
                                        <p:tgtEl>
                                          <p:spTgt spid="12"/>
                                        </p:tgtEl>
                                      </p:cBhvr>
                                      <p:to x="100000" y="100000"/>
                                    </p:animScale>
                                    <p:animScale>
                                      <p:cBhvr>
                                        <p:cTn id="152" dur="26">
                                          <p:stCondLst>
                                            <p:cond delay="1808"/>
                                          </p:stCondLst>
                                        </p:cTn>
                                        <p:tgtEl>
                                          <p:spTgt spid="12"/>
                                        </p:tgtEl>
                                      </p:cBhvr>
                                      <p:to x="100000" y="95000"/>
                                    </p:animScale>
                                    <p:animScale>
                                      <p:cBhvr>
                                        <p:cTn id="153" dur="166" decel="50000">
                                          <p:stCondLst>
                                            <p:cond delay="1834"/>
                                          </p:stCondLst>
                                        </p:cTn>
                                        <p:tgtEl>
                                          <p:spTgt spid="12"/>
                                        </p:tgtEl>
                                      </p:cBhvr>
                                      <p:to x="100000" y="100000"/>
                                    </p:animScale>
                                  </p:childTnLst>
                                </p:cTn>
                              </p:par>
                              <p:par>
                                <p:cTn id="154" presetID="26" presetClass="entr" presetSubtype="0" fill="hold" grpId="0" nodeType="withEffect">
                                  <p:stCondLst>
                                    <p:cond delay="0"/>
                                  </p:stCondLst>
                                  <p:childTnLst>
                                    <p:set>
                                      <p:cBhvr>
                                        <p:cTn id="155" dur="1" fill="hold">
                                          <p:stCondLst>
                                            <p:cond delay="0"/>
                                          </p:stCondLst>
                                        </p:cTn>
                                        <p:tgtEl>
                                          <p:spTgt spid="13"/>
                                        </p:tgtEl>
                                        <p:attrNameLst>
                                          <p:attrName>style.visibility</p:attrName>
                                        </p:attrNameLst>
                                      </p:cBhvr>
                                      <p:to>
                                        <p:strVal val="visible"/>
                                      </p:to>
                                    </p:set>
                                    <p:animEffect transition="in" filter="wipe(down)">
                                      <p:cBhvr>
                                        <p:cTn id="156" dur="580">
                                          <p:stCondLst>
                                            <p:cond delay="0"/>
                                          </p:stCondLst>
                                        </p:cTn>
                                        <p:tgtEl>
                                          <p:spTgt spid="13"/>
                                        </p:tgtEl>
                                      </p:cBhvr>
                                    </p:animEffect>
                                    <p:anim calcmode="lin" valueType="num">
                                      <p:cBhvr>
                                        <p:cTn id="157"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58"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59"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60"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61"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62" dur="26">
                                          <p:stCondLst>
                                            <p:cond delay="650"/>
                                          </p:stCondLst>
                                        </p:cTn>
                                        <p:tgtEl>
                                          <p:spTgt spid="13"/>
                                        </p:tgtEl>
                                      </p:cBhvr>
                                      <p:to x="100000" y="60000"/>
                                    </p:animScale>
                                    <p:animScale>
                                      <p:cBhvr>
                                        <p:cTn id="163" dur="166" decel="50000">
                                          <p:stCondLst>
                                            <p:cond delay="676"/>
                                          </p:stCondLst>
                                        </p:cTn>
                                        <p:tgtEl>
                                          <p:spTgt spid="13"/>
                                        </p:tgtEl>
                                      </p:cBhvr>
                                      <p:to x="100000" y="100000"/>
                                    </p:animScale>
                                    <p:animScale>
                                      <p:cBhvr>
                                        <p:cTn id="164" dur="26">
                                          <p:stCondLst>
                                            <p:cond delay="1312"/>
                                          </p:stCondLst>
                                        </p:cTn>
                                        <p:tgtEl>
                                          <p:spTgt spid="13"/>
                                        </p:tgtEl>
                                      </p:cBhvr>
                                      <p:to x="100000" y="80000"/>
                                    </p:animScale>
                                    <p:animScale>
                                      <p:cBhvr>
                                        <p:cTn id="165" dur="166" decel="50000">
                                          <p:stCondLst>
                                            <p:cond delay="1338"/>
                                          </p:stCondLst>
                                        </p:cTn>
                                        <p:tgtEl>
                                          <p:spTgt spid="13"/>
                                        </p:tgtEl>
                                      </p:cBhvr>
                                      <p:to x="100000" y="100000"/>
                                    </p:animScale>
                                    <p:animScale>
                                      <p:cBhvr>
                                        <p:cTn id="166" dur="26">
                                          <p:stCondLst>
                                            <p:cond delay="1642"/>
                                          </p:stCondLst>
                                        </p:cTn>
                                        <p:tgtEl>
                                          <p:spTgt spid="13"/>
                                        </p:tgtEl>
                                      </p:cBhvr>
                                      <p:to x="100000" y="90000"/>
                                    </p:animScale>
                                    <p:animScale>
                                      <p:cBhvr>
                                        <p:cTn id="167" dur="166" decel="50000">
                                          <p:stCondLst>
                                            <p:cond delay="1668"/>
                                          </p:stCondLst>
                                        </p:cTn>
                                        <p:tgtEl>
                                          <p:spTgt spid="13"/>
                                        </p:tgtEl>
                                      </p:cBhvr>
                                      <p:to x="100000" y="100000"/>
                                    </p:animScale>
                                    <p:animScale>
                                      <p:cBhvr>
                                        <p:cTn id="168" dur="26">
                                          <p:stCondLst>
                                            <p:cond delay="1808"/>
                                          </p:stCondLst>
                                        </p:cTn>
                                        <p:tgtEl>
                                          <p:spTgt spid="13"/>
                                        </p:tgtEl>
                                      </p:cBhvr>
                                      <p:to x="100000" y="95000"/>
                                    </p:animScale>
                                    <p:animScale>
                                      <p:cBhvr>
                                        <p:cTn id="169" dur="166" decel="50000">
                                          <p:stCondLst>
                                            <p:cond delay="1834"/>
                                          </p:stCondLst>
                                        </p:cTn>
                                        <p:tgtEl>
                                          <p:spTgt spid="13"/>
                                        </p:tgtEl>
                                      </p:cBhvr>
                                      <p:to x="100000" y="100000"/>
                                    </p:animScale>
                                  </p:childTnLst>
                                </p:cTn>
                              </p:par>
                              <p:par>
                                <p:cTn id="170" presetID="26" presetClass="entr" presetSubtype="0" fill="hold" grpId="0" nodeType="withEffect">
                                  <p:stCondLst>
                                    <p:cond delay="0"/>
                                  </p:stCondLst>
                                  <p:childTnLst>
                                    <p:set>
                                      <p:cBhvr>
                                        <p:cTn id="171" dur="1" fill="hold">
                                          <p:stCondLst>
                                            <p:cond delay="0"/>
                                          </p:stCondLst>
                                        </p:cTn>
                                        <p:tgtEl>
                                          <p:spTgt spid="14"/>
                                        </p:tgtEl>
                                        <p:attrNameLst>
                                          <p:attrName>style.visibility</p:attrName>
                                        </p:attrNameLst>
                                      </p:cBhvr>
                                      <p:to>
                                        <p:strVal val="visible"/>
                                      </p:to>
                                    </p:set>
                                    <p:animEffect transition="in" filter="wipe(down)">
                                      <p:cBhvr>
                                        <p:cTn id="172" dur="580">
                                          <p:stCondLst>
                                            <p:cond delay="0"/>
                                          </p:stCondLst>
                                        </p:cTn>
                                        <p:tgtEl>
                                          <p:spTgt spid="14"/>
                                        </p:tgtEl>
                                      </p:cBhvr>
                                    </p:animEffect>
                                    <p:anim calcmode="lin" valueType="num">
                                      <p:cBhvr>
                                        <p:cTn id="173"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74"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75"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76"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77"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78" dur="26">
                                          <p:stCondLst>
                                            <p:cond delay="650"/>
                                          </p:stCondLst>
                                        </p:cTn>
                                        <p:tgtEl>
                                          <p:spTgt spid="14"/>
                                        </p:tgtEl>
                                      </p:cBhvr>
                                      <p:to x="100000" y="60000"/>
                                    </p:animScale>
                                    <p:animScale>
                                      <p:cBhvr>
                                        <p:cTn id="179" dur="166" decel="50000">
                                          <p:stCondLst>
                                            <p:cond delay="676"/>
                                          </p:stCondLst>
                                        </p:cTn>
                                        <p:tgtEl>
                                          <p:spTgt spid="14"/>
                                        </p:tgtEl>
                                      </p:cBhvr>
                                      <p:to x="100000" y="100000"/>
                                    </p:animScale>
                                    <p:animScale>
                                      <p:cBhvr>
                                        <p:cTn id="180" dur="26">
                                          <p:stCondLst>
                                            <p:cond delay="1312"/>
                                          </p:stCondLst>
                                        </p:cTn>
                                        <p:tgtEl>
                                          <p:spTgt spid="14"/>
                                        </p:tgtEl>
                                      </p:cBhvr>
                                      <p:to x="100000" y="80000"/>
                                    </p:animScale>
                                    <p:animScale>
                                      <p:cBhvr>
                                        <p:cTn id="181" dur="166" decel="50000">
                                          <p:stCondLst>
                                            <p:cond delay="1338"/>
                                          </p:stCondLst>
                                        </p:cTn>
                                        <p:tgtEl>
                                          <p:spTgt spid="14"/>
                                        </p:tgtEl>
                                      </p:cBhvr>
                                      <p:to x="100000" y="100000"/>
                                    </p:animScale>
                                    <p:animScale>
                                      <p:cBhvr>
                                        <p:cTn id="182" dur="26">
                                          <p:stCondLst>
                                            <p:cond delay="1642"/>
                                          </p:stCondLst>
                                        </p:cTn>
                                        <p:tgtEl>
                                          <p:spTgt spid="14"/>
                                        </p:tgtEl>
                                      </p:cBhvr>
                                      <p:to x="100000" y="90000"/>
                                    </p:animScale>
                                    <p:animScale>
                                      <p:cBhvr>
                                        <p:cTn id="183" dur="166" decel="50000">
                                          <p:stCondLst>
                                            <p:cond delay="1668"/>
                                          </p:stCondLst>
                                        </p:cTn>
                                        <p:tgtEl>
                                          <p:spTgt spid="14"/>
                                        </p:tgtEl>
                                      </p:cBhvr>
                                      <p:to x="100000" y="100000"/>
                                    </p:animScale>
                                    <p:animScale>
                                      <p:cBhvr>
                                        <p:cTn id="184" dur="26">
                                          <p:stCondLst>
                                            <p:cond delay="1808"/>
                                          </p:stCondLst>
                                        </p:cTn>
                                        <p:tgtEl>
                                          <p:spTgt spid="14"/>
                                        </p:tgtEl>
                                      </p:cBhvr>
                                      <p:to x="100000" y="95000"/>
                                    </p:animScale>
                                    <p:animScale>
                                      <p:cBhvr>
                                        <p:cTn id="185" dur="166" decel="50000">
                                          <p:stCondLst>
                                            <p:cond delay="1834"/>
                                          </p:stCondLst>
                                        </p:cTn>
                                        <p:tgtEl>
                                          <p:spTgt spid="14"/>
                                        </p:tgtEl>
                                      </p:cBhvr>
                                      <p:to x="100000" y="100000"/>
                                    </p:animScale>
                                  </p:childTnLst>
                                </p:cTn>
                              </p:par>
                              <p:par>
                                <p:cTn id="186" presetID="26" presetClass="entr" presetSubtype="0" fill="hold" grpId="0" nodeType="withEffect">
                                  <p:stCondLst>
                                    <p:cond delay="0"/>
                                  </p:stCondLst>
                                  <p:childTnLst>
                                    <p:set>
                                      <p:cBhvr>
                                        <p:cTn id="187" dur="1" fill="hold">
                                          <p:stCondLst>
                                            <p:cond delay="0"/>
                                          </p:stCondLst>
                                        </p:cTn>
                                        <p:tgtEl>
                                          <p:spTgt spid="15"/>
                                        </p:tgtEl>
                                        <p:attrNameLst>
                                          <p:attrName>style.visibility</p:attrName>
                                        </p:attrNameLst>
                                      </p:cBhvr>
                                      <p:to>
                                        <p:strVal val="visible"/>
                                      </p:to>
                                    </p:set>
                                    <p:animEffect transition="in" filter="wipe(down)">
                                      <p:cBhvr>
                                        <p:cTn id="188" dur="580">
                                          <p:stCondLst>
                                            <p:cond delay="0"/>
                                          </p:stCondLst>
                                        </p:cTn>
                                        <p:tgtEl>
                                          <p:spTgt spid="15"/>
                                        </p:tgtEl>
                                      </p:cBhvr>
                                    </p:animEffect>
                                    <p:anim calcmode="lin" valueType="num">
                                      <p:cBhvr>
                                        <p:cTn id="189"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90"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91"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92"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93"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94" dur="26">
                                          <p:stCondLst>
                                            <p:cond delay="650"/>
                                          </p:stCondLst>
                                        </p:cTn>
                                        <p:tgtEl>
                                          <p:spTgt spid="15"/>
                                        </p:tgtEl>
                                      </p:cBhvr>
                                      <p:to x="100000" y="60000"/>
                                    </p:animScale>
                                    <p:animScale>
                                      <p:cBhvr>
                                        <p:cTn id="195" dur="166" decel="50000">
                                          <p:stCondLst>
                                            <p:cond delay="676"/>
                                          </p:stCondLst>
                                        </p:cTn>
                                        <p:tgtEl>
                                          <p:spTgt spid="15"/>
                                        </p:tgtEl>
                                      </p:cBhvr>
                                      <p:to x="100000" y="100000"/>
                                    </p:animScale>
                                    <p:animScale>
                                      <p:cBhvr>
                                        <p:cTn id="196" dur="26">
                                          <p:stCondLst>
                                            <p:cond delay="1312"/>
                                          </p:stCondLst>
                                        </p:cTn>
                                        <p:tgtEl>
                                          <p:spTgt spid="15"/>
                                        </p:tgtEl>
                                      </p:cBhvr>
                                      <p:to x="100000" y="80000"/>
                                    </p:animScale>
                                    <p:animScale>
                                      <p:cBhvr>
                                        <p:cTn id="197" dur="166" decel="50000">
                                          <p:stCondLst>
                                            <p:cond delay="1338"/>
                                          </p:stCondLst>
                                        </p:cTn>
                                        <p:tgtEl>
                                          <p:spTgt spid="15"/>
                                        </p:tgtEl>
                                      </p:cBhvr>
                                      <p:to x="100000" y="100000"/>
                                    </p:animScale>
                                    <p:animScale>
                                      <p:cBhvr>
                                        <p:cTn id="198" dur="26">
                                          <p:stCondLst>
                                            <p:cond delay="1642"/>
                                          </p:stCondLst>
                                        </p:cTn>
                                        <p:tgtEl>
                                          <p:spTgt spid="15"/>
                                        </p:tgtEl>
                                      </p:cBhvr>
                                      <p:to x="100000" y="90000"/>
                                    </p:animScale>
                                    <p:animScale>
                                      <p:cBhvr>
                                        <p:cTn id="199" dur="166" decel="50000">
                                          <p:stCondLst>
                                            <p:cond delay="1668"/>
                                          </p:stCondLst>
                                        </p:cTn>
                                        <p:tgtEl>
                                          <p:spTgt spid="15"/>
                                        </p:tgtEl>
                                      </p:cBhvr>
                                      <p:to x="100000" y="100000"/>
                                    </p:animScale>
                                    <p:animScale>
                                      <p:cBhvr>
                                        <p:cTn id="200" dur="26">
                                          <p:stCondLst>
                                            <p:cond delay="1808"/>
                                          </p:stCondLst>
                                        </p:cTn>
                                        <p:tgtEl>
                                          <p:spTgt spid="15"/>
                                        </p:tgtEl>
                                      </p:cBhvr>
                                      <p:to x="100000" y="95000"/>
                                    </p:animScale>
                                    <p:animScale>
                                      <p:cBhvr>
                                        <p:cTn id="201" dur="166" decel="50000">
                                          <p:stCondLst>
                                            <p:cond delay="1834"/>
                                          </p:stCondLst>
                                        </p:cTn>
                                        <p:tgtEl>
                                          <p:spTgt spid="15"/>
                                        </p:tgtEl>
                                      </p:cBhvr>
                                      <p:to x="100000" y="100000"/>
                                    </p:animScale>
                                  </p:childTnLst>
                                </p:cTn>
                              </p:par>
                              <p:par>
                                <p:cTn id="202" presetID="26" presetClass="entr" presetSubtype="0" fill="hold" grpId="0" nodeType="withEffect">
                                  <p:stCondLst>
                                    <p:cond delay="0"/>
                                  </p:stCondLst>
                                  <p:childTnLst>
                                    <p:set>
                                      <p:cBhvr>
                                        <p:cTn id="203" dur="1" fill="hold">
                                          <p:stCondLst>
                                            <p:cond delay="0"/>
                                          </p:stCondLst>
                                        </p:cTn>
                                        <p:tgtEl>
                                          <p:spTgt spid="16"/>
                                        </p:tgtEl>
                                        <p:attrNameLst>
                                          <p:attrName>style.visibility</p:attrName>
                                        </p:attrNameLst>
                                      </p:cBhvr>
                                      <p:to>
                                        <p:strVal val="visible"/>
                                      </p:to>
                                    </p:set>
                                    <p:animEffect transition="in" filter="wipe(down)">
                                      <p:cBhvr>
                                        <p:cTn id="204" dur="580">
                                          <p:stCondLst>
                                            <p:cond delay="0"/>
                                          </p:stCondLst>
                                        </p:cTn>
                                        <p:tgtEl>
                                          <p:spTgt spid="16"/>
                                        </p:tgtEl>
                                      </p:cBhvr>
                                    </p:animEffect>
                                    <p:anim calcmode="lin" valueType="num">
                                      <p:cBhvr>
                                        <p:cTn id="205"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06"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07"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08"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09"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10" dur="26">
                                          <p:stCondLst>
                                            <p:cond delay="650"/>
                                          </p:stCondLst>
                                        </p:cTn>
                                        <p:tgtEl>
                                          <p:spTgt spid="16"/>
                                        </p:tgtEl>
                                      </p:cBhvr>
                                      <p:to x="100000" y="60000"/>
                                    </p:animScale>
                                    <p:animScale>
                                      <p:cBhvr>
                                        <p:cTn id="211" dur="166" decel="50000">
                                          <p:stCondLst>
                                            <p:cond delay="676"/>
                                          </p:stCondLst>
                                        </p:cTn>
                                        <p:tgtEl>
                                          <p:spTgt spid="16"/>
                                        </p:tgtEl>
                                      </p:cBhvr>
                                      <p:to x="100000" y="100000"/>
                                    </p:animScale>
                                    <p:animScale>
                                      <p:cBhvr>
                                        <p:cTn id="212" dur="26">
                                          <p:stCondLst>
                                            <p:cond delay="1312"/>
                                          </p:stCondLst>
                                        </p:cTn>
                                        <p:tgtEl>
                                          <p:spTgt spid="16"/>
                                        </p:tgtEl>
                                      </p:cBhvr>
                                      <p:to x="100000" y="80000"/>
                                    </p:animScale>
                                    <p:animScale>
                                      <p:cBhvr>
                                        <p:cTn id="213" dur="166" decel="50000">
                                          <p:stCondLst>
                                            <p:cond delay="1338"/>
                                          </p:stCondLst>
                                        </p:cTn>
                                        <p:tgtEl>
                                          <p:spTgt spid="16"/>
                                        </p:tgtEl>
                                      </p:cBhvr>
                                      <p:to x="100000" y="100000"/>
                                    </p:animScale>
                                    <p:animScale>
                                      <p:cBhvr>
                                        <p:cTn id="214" dur="26">
                                          <p:stCondLst>
                                            <p:cond delay="1642"/>
                                          </p:stCondLst>
                                        </p:cTn>
                                        <p:tgtEl>
                                          <p:spTgt spid="16"/>
                                        </p:tgtEl>
                                      </p:cBhvr>
                                      <p:to x="100000" y="90000"/>
                                    </p:animScale>
                                    <p:animScale>
                                      <p:cBhvr>
                                        <p:cTn id="215" dur="166" decel="50000">
                                          <p:stCondLst>
                                            <p:cond delay="1668"/>
                                          </p:stCondLst>
                                        </p:cTn>
                                        <p:tgtEl>
                                          <p:spTgt spid="16"/>
                                        </p:tgtEl>
                                      </p:cBhvr>
                                      <p:to x="100000" y="100000"/>
                                    </p:animScale>
                                    <p:animScale>
                                      <p:cBhvr>
                                        <p:cTn id="216" dur="26">
                                          <p:stCondLst>
                                            <p:cond delay="1808"/>
                                          </p:stCondLst>
                                        </p:cTn>
                                        <p:tgtEl>
                                          <p:spTgt spid="16"/>
                                        </p:tgtEl>
                                      </p:cBhvr>
                                      <p:to x="100000" y="95000"/>
                                    </p:animScale>
                                    <p:animScale>
                                      <p:cBhvr>
                                        <p:cTn id="217" dur="166" decel="50000">
                                          <p:stCondLst>
                                            <p:cond delay="1834"/>
                                          </p:stCondLst>
                                        </p:cTn>
                                        <p:tgtEl>
                                          <p:spTgt spid="16"/>
                                        </p:tgtEl>
                                      </p:cBhvr>
                                      <p:to x="100000" y="100000"/>
                                    </p:animScale>
                                  </p:childTnLst>
                                </p:cTn>
                              </p:par>
                              <p:par>
                                <p:cTn id="218" presetID="26" presetClass="entr" presetSubtype="0" fill="hold" grpId="0" nodeType="withEffect">
                                  <p:stCondLst>
                                    <p:cond delay="0"/>
                                  </p:stCondLst>
                                  <p:childTnLst>
                                    <p:set>
                                      <p:cBhvr>
                                        <p:cTn id="219" dur="1" fill="hold">
                                          <p:stCondLst>
                                            <p:cond delay="0"/>
                                          </p:stCondLst>
                                        </p:cTn>
                                        <p:tgtEl>
                                          <p:spTgt spid="17"/>
                                        </p:tgtEl>
                                        <p:attrNameLst>
                                          <p:attrName>style.visibility</p:attrName>
                                        </p:attrNameLst>
                                      </p:cBhvr>
                                      <p:to>
                                        <p:strVal val="visible"/>
                                      </p:to>
                                    </p:set>
                                    <p:animEffect transition="in" filter="wipe(down)">
                                      <p:cBhvr>
                                        <p:cTn id="220" dur="580">
                                          <p:stCondLst>
                                            <p:cond delay="0"/>
                                          </p:stCondLst>
                                        </p:cTn>
                                        <p:tgtEl>
                                          <p:spTgt spid="17"/>
                                        </p:tgtEl>
                                      </p:cBhvr>
                                    </p:animEffect>
                                    <p:anim calcmode="lin" valueType="num">
                                      <p:cBhvr>
                                        <p:cTn id="221"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22"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23"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224"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225"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26" dur="26">
                                          <p:stCondLst>
                                            <p:cond delay="650"/>
                                          </p:stCondLst>
                                        </p:cTn>
                                        <p:tgtEl>
                                          <p:spTgt spid="17"/>
                                        </p:tgtEl>
                                      </p:cBhvr>
                                      <p:to x="100000" y="60000"/>
                                    </p:animScale>
                                    <p:animScale>
                                      <p:cBhvr>
                                        <p:cTn id="227" dur="166" decel="50000">
                                          <p:stCondLst>
                                            <p:cond delay="676"/>
                                          </p:stCondLst>
                                        </p:cTn>
                                        <p:tgtEl>
                                          <p:spTgt spid="17"/>
                                        </p:tgtEl>
                                      </p:cBhvr>
                                      <p:to x="100000" y="100000"/>
                                    </p:animScale>
                                    <p:animScale>
                                      <p:cBhvr>
                                        <p:cTn id="228" dur="26">
                                          <p:stCondLst>
                                            <p:cond delay="1312"/>
                                          </p:stCondLst>
                                        </p:cTn>
                                        <p:tgtEl>
                                          <p:spTgt spid="17"/>
                                        </p:tgtEl>
                                      </p:cBhvr>
                                      <p:to x="100000" y="80000"/>
                                    </p:animScale>
                                    <p:animScale>
                                      <p:cBhvr>
                                        <p:cTn id="229" dur="166" decel="50000">
                                          <p:stCondLst>
                                            <p:cond delay="1338"/>
                                          </p:stCondLst>
                                        </p:cTn>
                                        <p:tgtEl>
                                          <p:spTgt spid="17"/>
                                        </p:tgtEl>
                                      </p:cBhvr>
                                      <p:to x="100000" y="100000"/>
                                    </p:animScale>
                                    <p:animScale>
                                      <p:cBhvr>
                                        <p:cTn id="230" dur="26">
                                          <p:stCondLst>
                                            <p:cond delay="1642"/>
                                          </p:stCondLst>
                                        </p:cTn>
                                        <p:tgtEl>
                                          <p:spTgt spid="17"/>
                                        </p:tgtEl>
                                      </p:cBhvr>
                                      <p:to x="100000" y="90000"/>
                                    </p:animScale>
                                    <p:animScale>
                                      <p:cBhvr>
                                        <p:cTn id="231" dur="166" decel="50000">
                                          <p:stCondLst>
                                            <p:cond delay="1668"/>
                                          </p:stCondLst>
                                        </p:cTn>
                                        <p:tgtEl>
                                          <p:spTgt spid="17"/>
                                        </p:tgtEl>
                                      </p:cBhvr>
                                      <p:to x="100000" y="100000"/>
                                    </p:animScale>
                                    <p:animScale>
                                      <p:cBhvr>
                                        <p:cTn id="232" dur="26">
                                          <p:stCondLst>
                                            <p:cond delay="1808"/>
                                          </p:stCondLst>
                                        </p:cTn>
                                        <p:tgtEl>
                                          <p:spTgt spid="17"/>
                                        </p:tgtEl>
                                      </p:cBhvr>
                                      <p:to x="100000" y="95000"/>
                                    </p:animScale>
                                    <p:animScale>
                                      <p:cBhvr>
                                        <p:cTn id="233" dur="166" decel="50000">
                                          <p:stCondLst>
                                            <p:cond delay="1834"/>
                                          </p:stCondLst>
                                        </p:cTn>
                                        <p:tgtEl>
                                          <p:spTgt spid="17"/>
                                        </p:tgtEl>
                                      </p:cBhvr>
                                      <p:to x="100000" y="100000"/>
                                    </p:animScale>
                                  </p:childTnLst>
                                </p:cTn>
                              </p:par>
                              <p:par>
                                <p:cTn id="234" presetID="26" presetClass="entr" presetSubtype="0" fill="hold" grpId="0" nodeType="withEffect">
                                  <p:stCondLst>
                                    <p:cond delay="0"/>
                                  </p:stCondLst>
                                  <p:childTnLst>
                                    <p:set>
                                      <p:cBhvr>
                                        <p:cTn id="235" dur="1" fill="hold">
                                          <p:stCondLst>
                                            <p:cond delay="0"/>
                                          </p:stCondLst>
                                        </p:cTn>
                                        <p:tgtEl>
                                          <p:spTgt spid="18"/>
                                        </p:tgtEl>
                                        <p:attrNameLst>
                                          <p:attrName>style.visibility</p:attrName>
                                        </p:attrNameLst>
                                      </p:cBhvr>
                                      <p:to>
                                        <p:strVal val="visible"/>
                                      </p:to>
                                    </p:set>
                                    <p:animEffect transition="in" filter="wipe(down)">
                                      <p:cBhvr>
                                        <p:cTn id="236" dur="580">
                                          <p:stCondLst>
                                            <p:cond delay="0"/>
                                          </p:stCondLst>
                                        </p:cTn>
                                        <p:tgtEl>
                                          <p:spTgt spid="18"/>
                                        </p:tgtEl>
                                      </p:cBhvr>
                                    </p:animEffect>
                                    <p:anim calcmode="lin" valueType="num">
                                      <p:cBhvr>
                                        <p:cTn id="237"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38"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39"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40"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41"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42" dur="26">
                                          <p:stCondLst>
                                            <p:cond delay="650"/>
                                          </p:stCondLst>
                                        </p:cTn>
                                        <p:tgtEl>
                                          <p:spTgt spid="18"/>
                                        </p:tgtEl>
                                      </p:cBhvr>
                                      <p:to x="100000" y="60000"/>
                                    </p:animScale>
                                    <p:animScale>
                                      <p:cBhvr>
                                        <p:cTn id="243" dur="166" decel="50000">
                                          <p:stCondLst>
                                            <p:cond delay="676"/>
                                          </p:stCondLst>
                                        </p:cTn>
                                        <p:tgtEl>
                                          <p:spTgt spid="18"/>
                                        </p:tgtEl>
                                      </p:cBhvr>
                                      <p:to x="100000" y="100000"/>
                                    </p:animScale>
                                    <p:animScale>
                                      <p:cBhvr>
                                        <p:cTn id="244" dur="26">
                                          <p:stCondLst>
                                            <p:cond delay="1312"/>
                                          </p:stCondLst>
                                        </p:cTn>
                                        <p:tgtEl>
                                          <p:spTgt spid="18"/>
                                        </p:tgtEl>
                                      </p:cBhvr>
                                      <p:to x="100000" y="80000"/>
                                    </p:animScale>
                                    <p:animScale>
                                      <p:cBhvr>
                                        <p:cTn id="245" dur="166" decel="50000">
                                          <p:stCondLst>
                                            <p:cond delay="1338"/>
                                          </p:stCondLst>
                                        </p:cTn>
                                        <p:tgtEl>
                                          <p:spTgt spid="18"/>
                                        </p:tgtEl>
                                      </p:cBhvr>
                                      <p:to x="100000" y="100000"/>
                                    </p:animScale>
                                    <p:animScale>
                                      <p:cBhvr>
                                        <p:cTn id="246" dur="26">
                                          <p:stCondLst>
                                            <p:cond delay="1642"/>
                                          </p:stCondLst>
                                        </p:cTn>
                                        <p:tgtEl>
                                          <p:spTgt spid="18"/>
                                        </p:tgtEl>
                                      </p:cBhvr>
                                      <p:to x="100000" y="90000"/>
                                    </p:animScale>
                                    <p:animScale>
                                      <p:cBhvr>
                                        <p:cTn id="247" dur="166" decel="50000">
                                          <p:stCondLst>
                                            <p:cond delay="1668"/>
                                          </p:stCondLst>
                                        </p:cTn>
                                        <p:tgtEl>
                                          <p:spTgt spid="18"/>
                                        </p:tgtEl>
                                      </p:cBhvr>
                                      <p:to x="100000" y="100000"/>
                                    </p:animScale>
                                    <p:animScale>
                                      <p:cBhvr>
                                        <p:cTn id="248" dur="26">
                                          <p:stCondLst>
                                            <p:cond delay="1808"/>
                                          </p:stCondLst>
                                        </p:cTn>
                                        <p:tgtEl>
                                          <p:spTgt spid="18"/>
                                        </p:tgtEl>
                                      </p:cBhvr>
                                      <p:to x="100000" y="95000"/>
                                    </p:animScale>
                                    <p:animScale>
                                      <p:cBhvr>
                                        <p:cTn id="249" dur="166" decel="50000">
                                          <p:stCondLst>
                                            <p:cond delay="1834"/>
                                          </p:stCondLst>
                                        </p:cTn>
                                        <p:tgtEl>
                                          <p:spTgt spid="18"/>
                                        </p:tgtEl>
                                      </p:cBhvr>
                                      <p:to x="100000" y="100000"/>
                                    </p:animScale>
                                  </p:childTnLst>
                                </p:cTn>
                              </p:par>
                              <p:par>
                                <p:cTn id="250" presetID="26" presetClass="entr" presetSubtype="0" fill="hold" grpId="0" nodeType="withEffect">
                                  <p:stCondLst>
                                    <p:cond delay="0"/>
                                  </p:stCondLst>
                                  <p:childTnLst>
                                    <p:set>
                                      <p:cBhvr>
                                        <p:cTn id="251" dur="1" fill="hold">
                                          <p:stCondLst>
                                            <p:cond delay="0"/>
                                          </p:stCondLst>
                                        </p:cTn>
                                        <p:tgtEl>
                                          <p:spTgt spid="19"/>
                                        </p:tgtEl>
                                        <p:attrNameLst>
                                          <p:attrName>style.visibility</p:attrName>
                                        </p:attrNameLst>
                                      </p:cBhvr>
                                      <p:to>
                                        <p:strVal val="visible"/>
                                      </p:to>
                                    </p:set>
                                    <p:animEffect transition="in" filter="wipe(down)">
                                      <p:cBhvr>
                                        <p:cTn id="252" dur="580">
                                          <p:stCondLst>
                                            <p:cond delay="0"/>
                                          </p:stCondLst>
                                        </p:cTn>
                                        <p:tgtEl>
                                          <p:spTgt spid="19"/>
                                        </p:tgtEl>
                                      </p:cBhvr>
                                    </p:animEffect>
                                    <p:anim calcmode="lin" valueType="num">
                                      <p:cBhvr>
                                        <p:cTn id="253"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54"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55"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56"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57"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58" dur="26">
                                          <p:stCondLst>
                                            <p:cond delay="650"/>
                                          </p:stCondLst>
                                        </p:cTn>
                                        <p:tgtEl>
                                          <p:spTgt spid="19"/>
                                        </p:tgtEl>
                                      </p:cBhvr>
                                      <p:to x="100000" y="60000"/>
                                    </p:animScale>
                                    <p:animScale>
                                      <p:cBhvr>
                                        <p:cTn id="259" dur="166" decel="50000">
                                          <p:stCondLst>
                                            <p:cond delay="676"/>
                                          </p:stCondLst>
                                        </p:cTn>
                                        <p:tgtEl>
                                          <p:spTgt spid="19"/>
                                        </p:tgtEl>
                                      </p:cBhvr>
                                      <p:to x="100000" y="100000"/>
                                    </p:animScale>
                                    <p:animScale>
                                      <p:cBhvr>
                                        <p:cTn id="260" dur="26">
                                          <p:stCondLst>
                                            <p:cond delay="1312"/>
                                          </p:stCondLst>
                                        </p:cTn>
                                        <p:tgtEl>
                                          <p:spTgt spid="19"/>
                                        </p:tgtEl>
                                      </p:cBhvr>
                                      <p:to x="100000" y="80000"/>
                                    </p:animScale>
                                    <p:animScale>
                                      <p:cBhvr>
                                        <p:cTn id="261" dur="166" decel="50000">
                                          <p:stCondLst>
                                            <p:cond delay="1338"/>
                                          </p:stCondLst>
                                        </p:cTn>
                                        <p:tgtEl>
                                          <p:spTgt spid="19"/>
                                        </p:tgtEl>
                                      </p:cBhvr>
                                      <p:to x="100000" y="100000"/>
                                    </p:animScale>
                                    <p:animScale>
                                      <p:cBhvr>
                                        <p:cTn id="262" dur="26">
                                          <p:stCondLst>
                                            <p:cond delay="1642"/>
                                          </p:stCondLst>
                                        </p:cTn>
                                        <p:tgtEl>
                                          <p:spTgt spid="19"/>
                                        </p:tgtEl>
                                      </p:cBhvr>
                                      <p:to x="100000" y="90000"/>
                                    </p:animScale>
                                    <p:animScale>
                                      <p:cBhvr>
                                        <p:cTn id="263" dur="166" decel="50000">
                                          <p:stCondLst>
                                            <p:cond delay="1668"/>
                                          </p:stCondLst>
                                        </p:cTn>
                                        <p:tgtEl>
                                          <p:spTgt spid="19"/>
                                        </p:tgtEl>
                                      </p:cBhvr>
                                      <p:to x="100000" y="100000"/>
                                    </p:animScale>
                                    <p:animScale>
                                      <p:cBhvr>
                                        <p:cTn id="264" dur="26">
                                          <p:stCondLst>
                                            <p:cond delay="1808"/>
                                          </p:stCondLst>
                                        </p:cTn>
                                        <p:tgtEl>
                                          <p:spTgt spid="19"/>
                                        </p:tgtEl>
                                      </p:cBhvr>
                                      <p:to x="100000" y="95000"/>
                                    </p:animScale>
                                    <p:animScale>
                                      <p:cBhvr>
                                        <p:cTn id="265" dur="166" decel="50000">
                                          <p:stCondLst>
                                            <p:cond delay="1834"/>
                                          </p:stCondLst>
                                        </p:cTn>
                                        <p:tgtEl>
                                          <p:spTgt spid="19"/>
                                        </p:tgtEl>
                                      </p:cBhvr>
                                      <p:to x="100000" y="100000"/>
                                    </p:animScale>
                                  </p:childTnLst>
                                </p:cTn>
                              </p:par>
                            </p:childTnLst>
                          </p:cTn>
                        </p:par>
                      </p:childTnLst>
                    </p:cTn>
                  </p:par>
                  <p:par>
                    <p:cTn id="266" fill="hold">
                      <p:stCondLst>
                        <p:cond delay="indefinite"/>
                      </p:stCondLst>
                      <p:childTnLst>
                        <p:par>
                          <p:cTn id="267" fill="hold">
                            <p:stCondLst>
                              <p:cond delay="0"/>
                            </p:stCondLst>
                            <p:childTnLst>
                              <p:par>
                                <p:cTn id="268" presetID="14" presetClass="entr" presetSubtype="10" fill="hold" grpId="0" nodeType="clickEffect">
                                  <p:stCondLst>
                                    <p:cond delay="0"/>
                                  </p:stCondLst>
                                  <p:childTnLst>
                                    <p:set>
                                      <p:cBhvr>
                                        <p:cTn id="269" dur="1" fill="hold">
                                          <p:stCondLst>
                                            <p:cond delay="0"/>
                                          </p:stCondLst>
                                        </p:cTn>
                                        <p:tgtEl>
                                          <p:spTgt spid="21"/>
                                        </p:tgtEl>
                                        <p:attrNameLst>
                                          <p:attrName>style.visibility</p:attrName>
                                        </p:attrNameLst>
                                      </p:cBhvr>
                                      <p:to>
                                        <p:strVal val="visible"/>
                                      </p:to>
                                    </p:set>
                                    <p:animEffect transition="in" filter="randombar(horizontal)">
                                      <p:cBhvr>
                                        <p:cTn id="270" dur="500"/>
                                        <p:tgtEl>
                                          <p:spTgt spid="21"/>
                                        </p:tgtEl>
                                      </p:cBhvr>
                                    </p:animEffect>
                                  </p:childTnLst>
                                </p:cTn>
                              </p:par>
                              <p:par>
                                <p:cTn id="271" presetID="14" presetClass="entr" presetSubtype="10" fill="hold" grpId="0" nodeType="withEffect">
                                  <p:stCondLst>
                                    <p:cond delay="0"/>
                                  </p:stCondLst>
                                  <p:childTnLst>
                                    <p:set>
                                      <p:cBhvr>
                                        <p:cTn id="272" dur="1" fill="hold">
                                          <p:stCondLst>
                                            <p:cond delay="0"/>
                                          </p:stCondLst>
                                        </p:cTn>
                                        <p:tgtEl>
                                          <p:spTgt spid="22"/>
                                        </p:tgtEl>
                                        <p:attrNameLst>
                                          <p:attrName>style.visibility</p:attrName>
                                        </p:attrNameLst>
                                      </p:cBhvr>
                                      <p:to>
                                        <p:strVal val="visible"/>
                                      </p:to>
                                    </p:set>
                                    <p:animEffect transition="in" filter="randombar(horizontal)">
                                      <p:cBhvr>
                                        <p:cTn id="273" dur="500"/>
                                        <p:tgtEl>
                                          <p:spTgt spid="22"/>
                                        </p:tgtEl>
                                      </p:cBhvr>
                                    </p:animEffect>
                                  </p:childTnLst>
                                </p:cTn>
                              </p:par>
                              <p:par>
                                <p:cTn id="274" presetID="14" presetClass="entr" presetSubtype="10" fill="hold" grpId="0" nodeType="withEffect">
                                  <p:stCondLst>
                                    <p:cond delay="0"/>
                                  </p:stCondLst>
                                  <p:childTnLst>
                                    <p:set>
                                      <p:cBhvr>
                                        <p:cTn id="275" dur="1" fill="hold">
                                          <p:stCondLst>
                                            <p:cond delay="0"/>
                                          </p:stCondLst>
                                        </p:cTn>
                                        <p:tgtEl>
                                          <p:spTgt spid="23"/>
                                        </p:tgtEl>
                                        <p:attrNameLst>
                                          <p:attrName>style.visibility</p:attrName>
                                        </p:attrNameLst>
                                      </p:cBhvr>
                                      <p:to>
                                        <p:strVal val="visible"/>
                                      </p:to>
                                    </p:set>
                                    <p:animEffect transition="in" filter="randombar(horizontal)">
                                      <p:cBhvr>
                                        <p:cTn id="276" dur="500"/>
                                        <p:tgtEl>
                                          <p:spTgt spid="23"/>
                                        </p:tgtEl>
                                      </p:cBhvr>
                                    </p:animEffect>
                                  </p:childTnLst>
                                </p:cTn>
                              </p:par>
                              <p:par>
                                <p:cTn id="277" presetID="14" presetClass="entr" presetSubtype="10" fill="hold" nodeType="withEffect">
                                  <p:stCondLst>
                                    <p:cond delay="0"/>
                                  </p:stCondLst>
                                  <p:childTnLst>
                                    <p:set>
                                      <p:cBhvr>
                                        <p:cTn id="278" dur="1" fill="hold">
                                          <p:stCondLst>
                                            <p:cond delay="0"/>
                                          </p:stCondLst>
                                        </p:cTn>
                                        <p:tgtEl>
                                          <p:spTgt spid="25"/>
                                        </p:tgtEl>
                                        <p:attrNameLst>
                                          <p:attrName>style.visibility</p:attrName>
                                        </p:attrNameLst>
                                      </p:cBhvr>
                                      <p:to>
                                        <p:strVal val="visible"/>
                                      </p:to>
                                    </p:set>
                                    <p:animEffect transition="in" filter="randombar(horizontal)">
                                      <p:cBhvr>
                                        <p:cTn id="279" dur="500"/>
                                        <p:tgtEl>
                                          <p:spTgt spid="25"/>
                                        </p:tgtEl>
                                      </p:cBhvr>
                                    </p:animEffect>
                                  </p:childTnLst>
                                </p:cTn>
                              </p:par>
                              <p:par>
                                <p:cTn id="280" presetID="14" presetClass="entr" presetSubtype="10" fill="hold" nodeType="withEffect">
                                  <p:stCondLst>
                                    <p:cond delay="0"/>
                                  </p:stCondLst>
                                  <p:childTnLst>
                                    <p:set>
                                      <p:cBhvr>
                                        <p:cTn id="281" dur="1" fill="hold">
                                          <p:stCondLst>
                                            <p:cond delay="0"/>
                                          </p:stCondLst>
                                        </p:cTn>
                                        <p:tgtEl>
                                          <p:spTgt spid="27"/>
                                        </p:tgtEl>
                                        <p:attrNameLst>
                                          <p:attrName>style.visibility</p:attrName>
                                        </p:attrNameLst>
                                      </p:cBhvr>
                                      <p:to>
                                        <p:strVal val="visible"/>
                                      </p:to>
                                    </p:set>
                                    <p:animEffect transition="in" filter="randombar(horizontal)">
                                      <p:cBhvr>
                                        <p:cTn id="2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Pages À propos et Contact</a:t>
            </a:r>
            <a:endParaRPr lang="en-US" sz="2200" dirty="0"/>
          </a:p>
        </p:txBody>
      </p:sp>
      <p:sp>
        <p:nvSpPr>
          <p:cNvPr id="4" name="Shape 2"/>
          <p:cNvSpPr/>
          <p:nvPr/>
        </p:nvSpPr>
        <p:spPr>
          <a:xfrm>
            <a:off x="320040" y="822960"/>
            <a:ext cx="4069080" cy="384048"/>
          </a:xfrm>
          <a:prstGeom prst="roundRect">
            <a:avLst>
              <a:gd name="adj" fmla="val 16667"/>
            </a:avLst>
          </a:prstGeom>
          <a:solidFill>
            <a:srgbClr val="0D6EFD"/>
          </a:solidFill>
          <a:ln w="12700">
            <a:solidFill>
              <a:srgbClr val="0D6EFD"/>
            </a:solidFill>
            <a:prstDash val="solid"/>
          </a:ln>
        </p:spPr>
        <p:txBody>
          <a:bodyPr/>
          <a:lstStyle/>
          <a:p>
            <a:endParaRPr lang="fr-FR"/>
          </a:p>
        </p:txBody>
      </p:sp>
      <p:sp>
        <p:nvSpPr>
          <p:cNvPr id="5" name="Text 3"/>
          <p:cNvSpPr/>
          <p:nvPr/>
        </p:nvSpPr>
        <p:spPr>
          <a:xfrm>
            <a:off x="320040" y="822960"/>
            <a:ext cx="40690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cs typeface="Courier New" pitchFamily="34" charset="-120"/>
              </a:rPr>
              <a:t>A </a:t>
            </a:r>
            <a:r>
              <a:rPr lang="en-US" sz="1300" b="1" dirty="0" err="1">
                <a:solidFill>
                  <a:srgbClr val="FFFFFF"/>
                </a:solidFill>
                <a:latin typeface="Courier New" pitchFamily="34" charset="0"/>
                <a:cs typeface="Courier New" pitchFamily="34" charset="-120"/>
              </a:rPr>
              <a:t>propos</a:t>
            </a:r>
            <a:endParaRPr lang="en-US" sz="1300" dirty="0"/>
          </a:p>
        </p:txBody>
      </p:sp>
      <p:sp>
        <p:nvSpPr>
          <p:cNvPr id="6" name="Shape 4"/>
          <p:cNvSpPr/>
          <p:nvPr/>
        </p:nvSpPr>
        <p:spPr>
          <a:xfrm>
            <a:off x="320040" y="13258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7" name="Text 5"/>
          <p:cNvSpPr/>
          <p:nvPr/>
        </p:nvSpPr>
        <p:spPr>
          <a:xfrm>
            <a:off x="457200" y="13258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1005840" y="13258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Section 'Notre Histoire' et valeurs clés de la plateforme.</a:t>
            </a:r>
            <a:endParaRPr lang="en-US" sz="1200" dirty="0"/>
          </a:p>
        </p:txBody>
      </p:sp>
      <p:sp>
        <p:nvSpPr>
          <p:cNvPr id="9" name="Shape 7"/>
          <p:cNvSpPr/>
          <p:nvPr/>
        </p:nvSpPr>
        <p:spPr>
          <a:xfrm>
            <a:off x="320040" y="22402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0" name="Text 8"/>
          <p:cNvSpPr/>
          <p:nvPr/>
        </p:nvSpPr>
        <p:spPr>
          <a:xfrm>
            <a:off x="457200" y="22402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1005840" y="22402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Présentation de l'équipe : Bamba, Aminata, Ousmane, Nogaye.</a:t>
            </a:r>
            <a:endParaRPr lang="en-US" sz="1200" dirty="0"/>
          </a:p>
        </p:txBody>
      </p:sp>
      <p:sp>
        <p:nvSpPr>
          <p:cNvPr id="13" name="Text 11"/>
          <p:cNvSpPr/>
          <p:nvPr/>
        </p:nvSpPr>
        <p:spPr>
          <a:xfrm>
            <a:off x="320040" y="3840480"/>
            <a:ext cx="4069080" cy="640080"/>
          </a:xfrm>
          <a:prstGeom prst="rect">
            <a:avLst/>
          </a:prstGeom>
          <a:noFill/>
          <a:ln/>
        </p:spPr>
        <p:txBody>
          <a:bodyPr wrap="square" rtlCol="0" anchor="ctr"/>
          <a:lstStyle/>
          <a:p>
            <a:pPr marL="0" indent="0" algn="ctr">
              <a:buNone/>
            </a:pPr>
            <a:endParaRPr lang="en-US" sz="1400" dirty="0"/>
          </a:p>
        </p:txBody>
      </p:sp>
      <p:sp>
        <p:nvSpPr>
          <p:cNvPr id="14" name="Shape 12"/>
          <p:cNvSpPr/>
          <p:nvPr/>
        </p:nvSpPr>
        <p:spPr>
          <a:xfrm>
            <a:off x="4754880" y="822960"/>
            <a:ext cx="4069080" cy="384048"/>
          </a:xfrm>
          <a:prstGeom prst="roundRect">
            <a:avLst>
              <a:gd name="adj" fmla="val 16667"/>
            </a:avLst>
          </a:prstGeom>
          <a:solidFill>
            <a:srgbClr val="E25C38"/>
          </a:solidFill>
          <a:ln w="12700">
            <a:solidFill>
              <a:srgbClr val="E25C38"/>
            </a:solidFill>
            <a:prstDash val="solid"/>
          </a:ln>
        </p:spPr>
        <p:txBody>
          <a:bodyPr/>
          <a:lstStyle/>
          <a:p>
            <a:endParaRPr lang="fr-FR"/>
          </a:p>
        </p:txBody>
      </p:sp>
      <p:sp>
        <p:nvSpPr>
          <p:cNvPr id="15" name="Text 13"/>
          <p:cNvSpPr/>
          <p:nvPr/>
        </p:nvSpPr>
        <p:spPr>
          <a:xfrm>
            <a:off x="4754880" y="822960"/>
            <a:ext cx="40690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contact</a:t>
            </a:r>
            <a:endParaRPr lang="en-US" sz="1300" dirty="0"/>
          </a:p>
        </p:txBody>
      </p:sp>
      <p:sp>
        <p:nvSpPr>
          <p:cNvPr id="16" name="Shape 14"/>
          <p:cNvSpPr/>
          <p:nvPr/>
        </p:nvSpPr>
        <p:spPr>
          <a:xfrm>
            <a:off x="4754880" y="13258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7" name="Text 15"/>
          <p:cNvSpPr/>
          <p:nvPr/>
        </p:nvSpPr>
        <p:spPr>
          <a:xfrm>
            <a:off x="4892040" y="13258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5440680" y="13258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Formulaire complet avec contrôle de saisie et format e-mail.</a:t>
            </a:r>
            <a:endParaRPr lang="en-US" sz="1200" dirty="0"/>
          </a:p>
        </p:txBody>
      </p:sp>
      <p:sp>
        <p:nvSpPr>
          <p:cNvPr id="19" name="Shape 17"/>
          <p:cNvSpPr/>
          <p:nvPr/>
        </p:nvSpPr>
        <p:spPr>
          <a:xfrm>
            <a:off x="4754880" y="2240280"/>
            <a:ext cx="4069080" cy="804672"/>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0" name="Text 18"/>
          <p:cNvSpPr/>
          <p:nvPr/>
        </p:nvSpPr>
        <p:spPr>
          <a:xfrm>
            <a:off x="4892040" y="2240280"/>
            <a:ext cx="502920" cy="8046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5440680" y="2240280"/>
            <a:ext cx="327355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Carte Google Maps centrée sur Dakar.</a:t>
            </a:r>
            <a:endParaRPr lang="en-US" sz="1200" dirty="0"/>
          </a:p>
        </p:txBody>
      </p:sp>
      <p:sp>
        <p:nvSpPr>
          <p:cNvPr id="23" name="Text 21"/>
          <p:cNvSpPr/>
          <p:nvPr/>
        </p:nvSpPr>
        <p:spPr>
          <a:xfrm>
            <a:off x="4754880" y="3840480"/>
            <a:ext cx="4069080" cy="640080"/>
          </a:xfrm>
          <a:prstGeom prst="rect">
            <a:avLst/>
          </a:prstGeom>
          <a:noFill/>
          <a:ln/>
        </p:spPr>
        <p:txBody>
          <a:bodyPr wrap="square" rtlCol="0" anchor="ctr"/>
          <a:lstStyle/>
          <a:p>
            <a:pPr marL="0" indent="0" algn="ctr">
              <a:buNone/>
            </a:pPr>
            <a:endParaRPr lang="en-US" sz="1400" dirty="0"/>
          </a:p>
        </p:txBody>
      </p:sp>
      <p:pic>
        <p:nvPicPr>
          <p:cNvPr id="25" name="Image 24">
            <a:extLst>
              <a:ext uri="{FF2B5EF4-FFF2-40B4-BE49-F238E27FC236}">
                <a16:creationId xmlns:a16="http://schemas.microsoft.com/office/drawing/2014/main" id="{8E6AD478-D09B-D6F2-26F5-DDC07847AF61}"/>
              </a:ext>
            </a:extLst>
          </p:cNvPr>
          <p:cNvPicPr>
            <a:picLocks noChangeAspect="1"/>
          </p:cNvPicPr>
          <p:nvPr/>
        </p:nvPicPr>
        <p:blipFill>
          <a:blip r:embed="rId3"/>
          <a:stretch>
            <a:fillRect/>
          </a:stretch>
        </p:blipFill>
        <p:spPr>
          <a:xfrm>
            <a:off x="320039" y="3154680"/>
            <a:ext cx="4069081" cy="1606381"/>
          </a:xfrm>
          <a:prstGeom prst="rect">
            <a:avLst/>
          </a:prstGeom>
        </p:spPr>
      </p:pic>
      <p:pic>
        <p:nvPicPr>
          <p:cNvPr id="27" name="Image 26">
            <a:extLst>
              <a:ext uri="{FF2B5EF4-FFF2-40B4-BE49-F238E27FC236}">
                <a16:creationId xmlns:a16="http://schemas.microsoft.com/office/drawing/2014/main" id="{0D5C84E9-8E07-6900-BD6E-6379CFD7A940}"/>
              </a:ext>
            </a:extLst>
          </p:cNvPr>
          <p:cNvPicPr>
            <a:picLocks noChangeAspect="1"/>
          </p:cNvPicPr>
          <p:nvPr/>
        </p:nvPicPr>
        <p:blipFill>
          <a:blip r:embed="rId4"/>
          <a:stretch>
            <a:fillRect/>
          </a:stretch>
        </p:blipFill>
        <p:spPr>
          <a:xfrm>
            <a:off x="4754880" y="3154679"/>
            <a:ext cx="4160520" cy="159618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animEffect transition="in" filter="fade">
                                      <p:cBhvr>
                                        <p:cTn id="56" dur="500"/>
                                        <p:tgtEl>
                                          <p:spTgt spid="14"/>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Effect transition="in" filter="fade">
                                      <p:cBhvr>
                                        <p:cTn id="61" dur="500"/>
                                        <p:tgtEl>
                                          <p:spTgt spid="15"/>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fltVal val="0"/>
                                          </p:val>
                                        </p:tav>
                                        <p:tav tm="100000">
                                          <p:val>
                                            <p:strVal val="#ppt_w"/>
                                          </p:val>
                                        </p:tav>
                                      </p:tavLst>
                                    </p:anim>
                                    <p:anim calcmode="lin" valueType="num">
                                      <p:cBhvr>
                                        <p:cTn id="65" dur="500" fill="hold"/>
                                        <p:tgtEl>
                                          <p:spTgt spid="16"/>
                                        </p:tgtEl>
                                        <p:attrNameLst>
                                          <p:attrName>ppt_h</p:attrName>
                                        </p:attrNameLst>
                                      </p:cBhvr>
                                      <p:tavLst>
                                        <p:tav tm="0">
                                          <p:val>
                                            <p:fltVal val="0"/>
                                          </p:val>
                                        </p:tav>
                                        <p:tav tm="100000">
                                          <p:val>
                                            <p:strVal val="#ppt_h"/>
                                          </p:val>
                                        </p:tav>
                                      </p:tavLst>
                                    </p:anim>
                                    <p:animEffect transition="in" filter="fade">
                                      <p:cBhvr>
                                        <p:cTn id="66" dur="500"/>
                                        <p:tgtEl>
                                          <p:spTgt spid="16"/>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p:cTn id="69" dur="500" fill="hold"/>
                                        <p:tgtEl>
                                          <p:spTgt spid="17"/>
                                        </p:tgtEl>
                                        <p:attrNameLst>
                                          <p:attrName>ppt_w</p:attrName>
                                        </p:attrNameLst>
                                      </p:cBhvr>
                                      <p:tavLst>
                                        <p:tav tm="0">
                                          <p:val>
                                            <p:fltVal val="0"/>
                                          </p:val>
                                        </p:tav>
                                        <p:tav tm="100000">
                                          <p:val>
                                            <p:strVal val="#ppt_w"/>
                                          </p:val>
                                        </p:tav>
                                      </p:tavLst>
                                    </p:anim>
                                    <p:anim calcmode="lin" valueType="num">
                                      <p:cBhvr>
                                        <p:cTn id="70" dur="500" fill="hold"/>
                                        <p:tgtEl>
                                          <p:spTgt spid="17"/>
                                        </p:tgtEl>
                                        <p:attrNameLst>
                                          <p:attrName>ppt_h</p:attrName>
                                        </p:attrNameLst>
                                      </p:cBhvr>
                                      <p:tavLst>
                                        <p:tav tm="0">
                                          <p:val>
                                            <p:fltVal val="0"/>
                                          </p:val>
                                        </p:tav>
                                        <p:tav tm="100000">
                                          <p:val>
                                            <p:strVal val="#ppt_h"/>
                                          </p:val>
                                        </p:tav>
                                      </p:tavLst>
                                    </p:anim>
                                    <p:animEffect transition="in" filter="fade">
                                      <p:cBhvr>
                                        <p:cTn id="71" dur="500"/>
                                        <p:tgtEl>
                                          <p:spTgt spid="17"/>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p:cTn id="74" dur="500" fill="hold"/>
                                        <p:tgtEl>
                                          <p:spTgt spid="18"/>
                                        </p:tgtEl>
                                        <p:attrNameLst>
                                          <p:attrName>ppt_w</p:attrName>
                                        </p:attrNameLst>
                                      </p:cBhvr>
                                      <p:tavLst>
                                        <p:tav tm="0">
                                          <p:val>
                                            <p:fltVal val="0"/>
                                          </p:val>
                                        </p:tav>
                                        <p:tav tm="100000">
                                          <p:val>
                                            <p:strVal val="#ppt_w"/>
                                          </p:val>
                                        </p:tav>
                                      </p:tavLst>
                                    </p:anim>
                                    <p:anim calcmode="lin" valueType="num">
                                      <p:cBhvr>
                                        <p:cTn id="75" dur="500" fill="hold"/>
                                        <p:tgtEl>
                                          <p:spTgt spid="18"/>
                                        </p:tgtEl>
                                        <p:attrNameLst>
                                          <p:attrName>ppt_h</p:attrName>
                                        </p:attrNameLst>
                                      </p:cBhvr>
                                      <p:tavLst>
                                        <p:tav tm="0">
                                          <p:val>
                                            <p:fltVal val="0"/>
                                          </p:val>
                                        </p:tav>
                                        <p:tav tm="100000">
                                          <p:val>
                                            <p:strVal val="#ppt_h"/>
                                          </p:val>
                                        </p:tav>
                                      </p:tavLst>
                                    </p:anim>
                                    <p:animEffect transition="in" filter="fade">
                                      <p:cBhvr>
                                        <p:cTn id="76" dur="500"/>
                                        <p:tgtEl>
                                          <p:spTgt spid="18"/>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p:cTn id="79" dur="500" fill="hold"/>
                                        <p:tgtEl>
                                          <p:spTgt spid="19"/>
                                        </p:tgtEl>
                                        <p:attrNameLst>
                                          <p:attrName>ppt_w</p:attrName>
                                        </p:attrNameLst>
                                      </p:cBhvr>
                                      <p:tavLst>
                                        <p:tav tm="0">
                                          <p:val>
                                            <p:fltVal val="0"/>
                                          </p:val>
                                        </p:tav>
                                        <p:tav tm="100000">
                                          <p:val>
                                            <p:strVal val="#ppt_w"/>
                                          </p:val>
                                        </p:tav>
                                      </p:tavLst>
                                    </p:anim>
                                    <p:anim calcmode="lin" valueType="num">
                                      <p:cBhvr>
                                        <p:cTn id="80" dur="500" fill="hold"/>
                                        <p:tgtEl>
                                          <p:spTgt spid="19"/>
                                        </p:tgtEl>
                                        <p:attrNameLst>
                                          <p:attrName>ppt_h</p:attrName>
                                        </p:attrNameLst>
                                      </p:cBhvr>
                                      <p:tavLst>
                                        <p:tav tm="0">
                                          <p:val>
                                            <p:fltVal val="0"/>
                                          </p:val>
                                        </p:tav>
                                        <p:tav tm="100000">
                                          <p:val>
                                            <p:strVal val="#ppt_h"/>
                                          </p:val>
                                        </p:tav>
                                      </p:tavLst>
                                    </p:anim>
                                    <p:animEffect transition="in" filter="fade">
                                      <p:cBhvr>
                                        <p:cTn id="81" dur="500"/>
                                        <p:tgtEl>
                                          <p:spTgt spid="1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p:cTn id="84" dur="500" fill="hold"/>
                                        <p:tgtEl>
                                          <p:spTgt spid="20"/>
                                        </p:tgtEl>
                                        <p:attrNameLst>
                                          <p:attrName>ppt_w</p:attrName>
                                        </p:attrNameLst>
                                      </p:cBhvr>
                                      <p:tavLst>
                                        <p:tav tm="0">
                                          <p:val>
                                            <p:fltVal val="0"/>
                                          </p:val>
                                        </p:tav>
                                        <p:tav tm="100000">
                                          <p:val>
                                            <p:strVal val="#ppt_w"/>
                                          </p:val>
                                        </p:tav>
                                      </p:tavLst>
                                    </p:anim>
                                    <p:anim calcmode="lin" valueType="num">
                                      <p:cBhvr>
                                        <p:cTn id="85" dur="500" fill="hold"/>
                                        <p:tgtEl>
                                          <p:spTgt spid="20"/>
                                        </p:tgtEl>
                                        <p:attrNameLst>
                                          <p:attrName>ppt_h</p:attrName>
                                        </p:attrNameLst>
                                      </p:cBhvr>
                                      <p:tavLst>
                                        <p:tav tm="0">
                                          <p:val>
                                            <p:fltVal val="0"/>
                                          </p:val>
                                        </p:tav>
                                        <p:tav tm="100000">
                                          <p:val>
                                            <p:strVal val="#ppt_h"/>
                                          </p:val>
                                        </p:tav>
                                      </p:tavLst>
                                    </p:anim>
                                    <p:animEffect transition="in" filter="fade">
                                      <p:cBhvr>
                                        <p:cTn id="86" dur="500"/>
                                        <p:tgtEl>
                                          <p:spTgt spid="20"/>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 calcmode="lin" valueType="num">
                                      <p:cBhvr>
                                        <p:cTn id="89" dur="500" fill="hold"/>
                                        <p:tgtEl>
                                          <p:spTgt spid="21"/>
                                        </p:tgtEl>
                                        <p:attrNameLst>
                                          <p:attrName>ppt_w</p:attrName>
                                        </p:attrNameLst>
                                      </p:cBhvr>
                                      <p:tavLst>
                                        <p:tav tm="0">
                                          <p:val>
                                            <p:fltVal val="0"/>
                                          </p:val>
                                        </p:tav>
                                        <p:tav tm="100000">
                                          <p:val>
                                            <p:strVal val="#ppt_w"/>
                                          </p:val>
                                        </p:tav>
                                      </p:tavLst>
                                    </p:anim>
                                    <p:anim calcmode="lin" valueType="num">
                                      <p:cBhvr>
                                        <p:cTn id="90" dur="500" fill="hold"/>
                                        <p:tgtEl>
                                          <p:spTgt spid="21"/>
                                        </p:tgtEl>
                                        <p:attrNameLst>
                                          <p:attrName>ppt_h</p:attrName>
                                        </p:attrNameLst>
                                      </p:cBhvr>
                                      <p:tavLst>
                                        <p:tav tm="0">
                                          <p:val>
                                            <p:fltVal val="0"/>
                                          </p:val>
                                        </p:tav>
                                        <p:tav tm="100000">
                                          <p:val>
                                            <p:strVal val="#ppt_h"/>
                                          </p:val>
                                        </p:tav>
                                      </p:tavLst>
                                    </p:anim>
                                    <p:animEffect transition="in" filter="fade">
                                      <p:cBhvr>
                                        <p:cTn id="91" dur="5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21" presetClass="entr" presetSubtype="1" fill="hold" grpId="0" nodeType="clickEffect">
                                  <p:stCondLst>
                                    <p:cond delay="0"/>
                                  </p:stCondLst>
                                  <p:childTnLst>
                                    <p:set>
                                      <p:cBhvr>
                                        <p:cTn id="95" dur="1" fill="hold">
                                          <p:stCondLst>
                                            <p:cond delay="0"/>
                                          </p:stCondLst>
                                        </p:cTn>
                                        <p:tgtEl>
                                          <p:spTgt spid="13"/>
                                        </p:tgtEl>
                                        <p:attrNameLst>
                                          <p:attrName>style.visibility</p:attrName>
                                        </p:attrNameLst>
                                      </p:cBhvr>
                                      <p:to>
                                        <p:strVal val="visible"/>
                                      </p:to>
                                    </p:set>
                                    <p:animEffect transition="in" filter="wheel(1)">
                                      <p:cBhvr>
                                        <p:cTn id="96" dur="2000"/>
                                        <p:tgtEl>
                                          <p:spTgt spid="13"/>
                                        </p:tgtEl>
                                      </p:cBhvr>
                                    </p:animEffect>
                                  </p:childTnLst>
                                </p:cTn>
                              </p:par>
                              <p:par>
                                <p:cTn id="97" presetID="21" presetClass="entr" presetSubtype="1"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wheel(1)">
                                      <p:cBhvr>
                                        <p:cTn id="99" dur="2000"/>
                                        <p:tgtEl>
                                          <p:spTgt spid="23"/>
                                        </p:tgtEl>
                                      </p:cBhvr>
                                    </p:animEffect>
                                  </p:childTnLst>
                                </p:cTn>
                              </p:par>
                              <p:par>
                                <p:cTn id="100" presetID="21" presetClass="entr" presetSubtype="1" fill="hold" nodeType="withEffect">
                                  <p:stCondLst>
                                    <p:cond delay="0"/>
                                  </p:stCondLst>
                                  <p:childTnLst>
                                    <p:set>
                                      <p:cBhvr>
                                        <p:cTn id="101" dur="1" fill="hold">
                                          <p:stCondLst>
                                            <p:cond delay="0"/>
                                          </p:stCondLst>
                                        </p:cTn>
                                        <p:tgtEl>
                                          <p:spTgt spid="25"/>
                                        </p:tgtEl>
                                        <p:attrNameLst>
                                          <p:attrName>style.visibility</p:attrName>
                                        </p:attrNameLst>
                                      </p:cBhvr>
                                      <p:to>
                                        <p:strVal val="visible"/>
                                      </p:to>
                                    </p:set>
                                    <p:animEffect transition="in" filter="wheel(1)">
                                      <p:cBhvr>
                                        <p:cTn id="102" dur="2000"/>
                                        <p:tgtEl>
                                          <p:spTgt spid="25"/>
                                        </p:tgtEl>
                                      </p:cBhvr>
                                    </p:animEffect>
                                  </p:childTnLst>
                                </p:cTn>
                              </p:par>
                              <p:par>
                                <p:cTn id="103" presetID="21" presetClass="entr" presetSubtype="1" fill="hold"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wheel(1)">
                                      <p:cBhvr>
                                        <p:cTn id="105"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JavaScript — Fonctionnalités</a:t>
            </a:r>
            <a:endParaRPr lang="en-US" sz="2200" dirty="0"/>
          </a:p>
        </p:txBody>
      </p:sp>
      <p:sp>
        <p:nvSpPr>
          <p:cNvPr id="4" name="Shape 2"/>
          <p:cNvSpPr/>
          <p:nvPr/>
        </p:nvSpPr>
        <p:spPr>
          <a:xfrm>
            <a:off x="320040" y="91440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5" name="Shape 3"/>
          <p:cNvSpPr/>
          <p:nvPr/>
        </p:nvSpPr>
        <p:spPr>
          <a:xfrm>
            <a:off x="484632" y="1115568"/>
            <a:ext cx="658368" cy="658368"/>
          </a:xfrm>
          <a:prstGeom prst="ellipse">
            <a:avLst/>
          </a:prstGeom>
          <a:solidFill>
            <a:srgbClr val="0B1B3D"/>
          </a:solidFill>
          <a:ln w="12700">
            <a:solidFill>
              <a:srgbClr val="0B1B3D"/>
            </a:solidFill>
            <a:prstDash val="solid"/>
          </a:ln>
        </p:spPr>
        <p:txBody>
          <a:bodyPr/>
          <a:lstStyle/>
          <a:p>
            <a:endParaRPr lang="fr-FR"/>
          </a:p>
        </p:txBody>
      </p:sp>
      <p:sp>
        <p:nvSpPr>
          <p:cNvPr id="6" name="Text 4"/>
          <p:cNvSpPr/>
          <p:nvPr/>
        </p:nvSpPr>
        <p:spPr>
          <a:xfrm>
            <a:off x="484632" y="111556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1216152" y="107899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Dark Mode</a:t>
            </a:r>
            <a:endParaRPr lang="en-US" sz="1400" dirty="0"/>
          </a:p>
        </p:txBody>
      </p:sp>
      <p:sp>
        <p:nvSpPr>
          <p:cNvPr id="8" name="Shape 6"/>
          <p:cNvSpPr/>
          <p:nvPr/>
        </p:nvSpPr>
        <p:spPr>
          <a:xfrm>
            <a:off x="1216152" y="1481328"/>
            <a:ext cx="1645920" cy="256032"/>
          </a:xfrm>
          <a:prstGeom prst="roundRect">
            <a:avLst>
              <a:gd name="adj" fmla="val 17857"/>
            </a:avLst>
          </a:prstGeom>
          <a:solidFill>
            <a:srgbClr val="EFF6FF"/>
          </a:solidFill>
          <a:ln w="12700">
            <a:solidFill>
              <a:srgbClr val="DBEAFE"/>
            </a:solidFill>
            <a:prstDash val="solid"/>
          </a:ln>
        </p:spPr>
        <p:txBody>
          <a:bodyPr/>
          <a:lstStyle/>
          <a:p>
            <a:endParaRPr lang="fr-FR"/>
          </a:p>
        </p:txBody>
      </p:sp>
      <p:sp>
        <p:nvSpPr>
          <p:cNvPr id="9" name="Text 7"/>
          <p:cNvSpPr/>
          <p:nvPr/>
        </p:nvSpPr>
        <p:spPr>
          <a:xfrm>
            <a:off x="1216152" y="1481328"/>
            <a:ext cx="1645920" cy="256032"/>
          </a:xfrm>
          <a:prstGeom prst="rect">
            <a:avLst/>
          </a:prstGeom>
          <a:noFill/>
          <a:ln/>
        </p:spPr>
        <p:txBody>
          <a:bodyPr wrap="square" lIns="0" tIns="0" rIns="0" bIns="0" rtlCol="0" anchor="ctr"/>
          <a:lstStyle/>
          <a:p>
            <a:pPr marL="0" indent="0" algn="ctr">
              <a:buNone/>
            </a:pPr>
            <a:r>
              <a:rPr lang="en-US" sz="950" b="1" dirty="0">
                <a:solidFill>
                  <a:srgbClr val="0A58CA"/>
                </a:solidFill>
                <a:latin typeface="Courier New" pitchFamily="34" charset="0"/>
                <a:ea typeface="Courier New" pitchFamily="34" charset="-122"/>
                <a:cs typeface="Courier New" pitchFamily="34" charset="-120"/>
              </a:rPr>
              <a:t>localStorage</a:t>
            </a:r>
            <a:endParaRPr lang="en-US" sz="950" dirty="0"/>
          </a:p>
        </p:txBody>
      </p:sp>
      <p:sp>
        <p:nvSpPr>
          <p:cNvPr id="10" name="Text 8"/>
          <p:cNvSpPr/>
          <p:nvPr/>
        </p:nvSpPr>
        <p:spPr>
          <a:xfrm>
            <a:off x="484632" y="182880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Bascule fluide et mémorisation du choix via localStorage.</a:t>
            </a:r>
            <a:endParaRPr lang="en-US" sz="1200" dirty="0"/>
          </a:p>
        </p:txBody>
      </p:sp>
      <p:sp>
        <p:nvSpPr>
          <p:cNvPr id="11" name="Shape 9"/>
          <p:cNvSpPr/>
          <p:nvPr/>
        </p:nvSpPr>
        <p:spPr>
          <a:xfrm>
            <a:off x="4709160" y="91440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2" name="Shape 10"/>
          <p:cNvSpPr/>
          <p:nvPr/>
        </p:nvSpPr>
        <p:spPr>
          <a:xfrm>
            <a:off x="4873752" y="1115568"/>
            <a:ext cx="658368" cy="658368"/>
          </a:xfrm>
          <a:prstGeom prst="ellipse">
            <a:avLst/>
          </a:prstGeom>
          <a:solidFill>
            <a:srgbClr val="0B1B3D"/>
          </a:solidFill>
          <a:ln w="12700">
            <a:solidFill>
              <a:srgbClr val="0B1B3D"/>
            </a:solidFill>
            <a:prstDash val="solid"/>
          </a:ln>
        </p:spPr>
        <p:txBody>
          <a:bodyPr/>
          <a:lstStyle/>
          <a:p>
            <a:endParaRPr lang="fr-FR"/>
          </a:p>
        </p:txBody>
      </p:sp>
      <p:sp>
        <p:nvSpPr>
          <p:cNvPr id="13" name="Text 11"/>
          <p:cNvSpPr/>
          <p:nvPr/>
        </p:nvSpPr>
        <p:spPr>
          <a:xfrm>
            <a:off x="4873752" y="111556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5605272" y="107899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Compteurs animés</a:t>
            </a:r>
            <a:endParaRPr lang="en-US" sz="1400" dirty="0"/>
          </a:p>
        </p:txBody>
      </p:sp>
      <p:sp>
        <p:nvSpPr>
          <p:cNvPr id="15" name="Shape 13"/>
          <p:cNvSpPr/>
          <p:nvPr/>
        </p:nvSpPr>
        <p:spPr>
          <a:xfrm>
            <a:off x="5605272" y="1481328"/>
            <a:ext cx="1645920" cy="256032"/>
          </a:xfrm>
          <a:prstGeom prst="roundRect">
            <a:avLst>
              <a:gd name="adj" fmla="val 17857"/>
            </a:avLst>
          </a:prstGeom>
          <a:solidFill>
            <a:srgbClr val="EFF6FF"/>
          </a:solidFill>
          <a:ln w="12700">
            <a:solidFill>
              <a:srgbClr val="DBEAFE"/>
            </a:solidFill>
            <a:prstDash val="solid"/>
          </a:ln>
        </p:spPr>
        <p:txBody>
          <a:bodyPr/>
          <a:lstStyle/>
          <a:p>
            <a:endParaRPr lang="fr-FR"/>
          </a:p>
        </p:txBody>
      </p:sp>
      <p:sp>
        <p:nvSpPr>
          <p:cNvPr id="16" name="Text 14"/>
          <p:cNvSpPr/>
          <p:nvPr/>
        </p:nvSpPr>
        <p:spPr>
          <a:xfrm>
            <a:off x="5605272" y="1481328"/>
            <a:ext cx="1645920" cy="256032"/>
          </a:xfrm>
          <a:prstGeom prst="rect">
            <a:avLst/>
          </a:prstGeom>
          <a:noFill/>
          <a:ln/>
        </p:spPr>
        <p:txBody>
          <a:bodyPr wrap="square" lIns="0" tIns="0" rIns="0" bIns="0" rtlCol="0" anchor="ctr"/>
          <a:lstStyle/>
          <a:p>
            <a:pPr marL="0" indent="0" algn="ctr">
              <a:buNone/>
            </a:pPr>
            <a:r>
              <a:rPr lang="en-US" sz="950" b="1" dirty="0">
                <a:solidFill>
                  <a:srgbClr val="0A58CA"/>
                </a:solidFill>
                <a:latin typeface="Courier New" pitchFamily="34" charset="0"/>
                <a:ea typeface="Courier New" pitchFamily="34" charset="-122"/>
                <a:cs typeface="Courier New" pitchFamily="34" charset="-120"/>
              </a:rPr>
              <a:t>IntersectionObserver</a:t>
            </a:r>
            <a:endParaRPr lang="en-US" sz="950" dirty="0"/>
          </a:p>
        </p:txBody>
      </p:sp>
      <p:sp>
        <p:nvSpPr>
          <p:cNvPr id="17" name="Text 15"/>
          <p:cNvSpPr/>
          <p:nvPr/>
        </p:nvSpPr>
        <p:spPr>
          <a:xfrm>
            <a:off x="4873752" y="182880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Déclenchement automatique au défilement de la page.</a:t>
            </a:r>
            <a:endParaRPr lang="en-US" sz="1200" dirty="0"/>
          </a:p>
        </p:txBody>
      </p:sp>
      <p:sp>
        <p:nvSpPr>
          <p:cNvPr id="18" name="Shape 16"/>
          <p:cNvSpPr/>
          <p:nvPr/>
        </p:nvSpPr>
        <p:spPr>
          <a:xfrm>
            <a:off x="320040" y="292608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9" name="Shape 17"/>
          <p:cNvSpPr/>
          <p:nvPr/>
        </p:nvSpPr>
        <p:spPr>
          <a:xfrm>
            <a:off x="484632" y="3127248"/>
            <a:ext cx="658368" cy="658368"/>
          </a:xfrm>
          <a:prstGeom prst="ellipse">
            <a:avLst/>
          </a:prstGeom>
          <a:solidFill>
            <a:srgbClr val="0B1B3D"/>
          </a:solidFill>
          <a:ln w="12700">
            <a:solidFill>
              <a:srgbClr val="0B1B3D"/>
            </a:solidFill>
            <a:prstDash val="solid"/>
          </a:ln>
        </p:spPr>
        <p:txBody>
          <a:bodyPr/>
          <a:lstStyle/>
          <a:p>
            <a:endParaRPr lang="fr-FR"/>
          </a:p>
        </p:txBody>
      </p:sp>
      <p:sp>
        <p:nvSpPr>
          <p:cNvPr id="20" name="Text 18"/>
          <p:cNvSpPr/>
          <p:nvPr/>
        </p:nvSpPr>
        <p:spPr>
          <a:xfrm>
            <a:off x="484632" y="312724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1216152" y="309067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Filtrage dynamique</a:t>
            </a:r>
            <a:endParaRPr lang="en-US" sz="1400" dirty="0"/>
          </a:p>
        </p:txBody>
      </p:sp>
      <p:sp>
        <p:nvSpPr>
          <p:cNvPr id="22" name="Shape 20"/>
          <p:cNvSpPr/>
          <p:nvPr/>
        </p:nvSpPr>
        <p:spPr>
          <a:xfrm>
            <a:off x="1216152" y="3493008"/>
            <a:ext cx="1645920" cy="256032"/>
          </a:xfrm>
          <a:prstGeom prst="roundRect">
            <a:avLst>
              <a:gd name="adj" fmla="val 17857"/>
            </a:avLst>
          </a:prstGeom>
          <a:solidFill>
            <a:srgbClr val="EFF6FF"/>
          </a:solidFill>
          <a:ln w="12700">
            <a:solidFill>
              <a:srgbClr val="DBEAFE"/>
            </a:solidFill>
            <a:prstDash val="solid"/>
          </a:ln>
        </p:spPr>
        <p:txBody>
          <a:bodyPr/>
          <a:lstStyle/>
          <a:p>
            <a:endParaRPr lang="fr-FR"/>
          </a:p>
        </p:txBody>
      </p:sp>
      <p:sp>
        <p:nvSpPr>
          <p:cNvPr id="23" name="Text 21"/>
          <p:cNvSpPr/>
          <p:nvPr/>
        </p:nvSpPr>
        <p:spPr>
          <a:xfrm>
            <a:off x="1216152" y="3493008"/>
            <a:ext cx="1645920" cy="256032"/>
          </a:xfrm>
          <a:prstGeom prst="rect">
            <a:avLst/>
          </a:prstGeom>
          <a:noFill/>
          <a:ln/>
        </p:spPr>
        <p:txBody>
          <a:bodyPr wrap="square" lIns="0" tIns="0" rIns="0" bIns="0" rtlCol="0" anchor="ctr"/>
          <a:lstStyle/>
          <a:p>
            <a:pPr marL="0" indent="0" algn="ctr">
              <a:buNone/>
            </a:pPr>
            <a:r>
              <a:rPr lang="en-US" sz="950" b="1" dirty="0">
                <a:solidFill>
                  <a:srgbClr val="0A58CA"/>
                </a:solidFill>
                <a:latin typeface="Courier New" pitchFamily="34" charset="0"/>
                <a:ea typeface="Courier New" pitchFamily="34" charset="-122"/>
                <a:cs typeface="Courier New" pitchFamily="34" charset="-120"/>
              </a:rPr>
              <a:t>DOM Manipulation</a:t>
            </a:r>
            <a:endParaRPr lang="en-US" sz="950" dirty="0"/>
          </a:p>
        </p:txBody>
      </p:sp>
      <p:sp>
        <p:nvSpPr>
          <p:cNvPr id="24" name="Text 22"/>
          <p:cNvSpPr/>
          <p:nvPr/>
        </p:nvSpPr>
        <p:spPr>
          <a:xfrm>
            <a:off x="484632" y="384048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Affichage et masquage des freelances instantané sans rechargement.</a:t>
            </a:r>
            <a:endParaRPr lang="en-US" sz="1200" dirty="0"/>
          </a:p>
        </p:txBody>
      </p:sp>
      <p:sp>
        <p:nvSpPr>
          <p:cNvPr id="25" name="Shape 23"/>
          <p:cNvSpPr/>
          <p:nvPr/>
        </p:nvSpPr>
        <p:spPr>
          <a:xfrm>
            <a:off x="4709160" y="292608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6" name="Shape 24"/>
          <p:cNvSpPr/>
          <p:nvPr/>
        </p:nvSpPr>
        <p:spPr>
          <a:xfrm>
            <a:off x="4873752" y="3127248"/>
            <a:ext cx="658368" cy="658368"/>
          </a:xfrm>
          <a:prstGeom prst="ellipse">
            <a:avLst/>
          </a:prstGeom>
          <a:solidFill>
            <a:srgbClr val="0B1B3D"/>
          </a:solidFill>
          <a:ln w="12700">
            <a:solidFill>
              <a:srgbClr val="0B1B3D"/>
            </a:solidFill>
            <a:prstDash val="solid"/>
          </a:ln>
        </p:spPr>
        <p:txBody>
          <a:bodyPr/>
          <a:lstStyle/>
          <a:p>
            <a:endParaRPr lang="fr-FR"/>
          </a:p>
        </p:txBody>
      </p:sp>
      <p:sp>
        <p:nvSpPr>
          <p:cNvPr id="27" name="Text 25"/>
          <p:cNvSpPr/>
          <p:nvPr/>
        </p:nvSpPr>
        <p:spPr>
          <a:xfrm>
            <a:off x="4873752" y="312724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8" name="Text 26"/>
          <p:cNvSpPr/>
          <p:nvPr/>
        </p:nvSpPr>
        <p:spPr>
          <a:xfrm>
            <a:off x="5605272" y="309067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Validation formulaire</a:t>
            </a:r>
            <a:endParaRPr lang="en-US" sz="1400" dirty="0"/>
          </a:p>
        </p:txBody>
      </p:sp>
      <p:sp>
        <p:nvSpPr>
          <p:cNvPr id="29" name="Shape 27"/>
          <p:cNvSpPr/>
          <p:nvPr/>
        </p:nvSpPr>
        <p:spPr>
          <a:xfrm>
            <a:off x="5605272" y="3493008"/>
            <a:ext cx="1645920" cy="256032"/>
          </a:xfrm>
          <a:prstGeom prst="roundRect">
            <a:avLst>
              <a:gd name="adj" fmla="val 17857"/>
            </a:avLst>
          </a:prstGeom>
          <a:solidFill>
            <a:srgbClr val="EFF6FF"/>
          </a:solidFill>
          <a:ln w="12700">
            <a:solidFill>
              <a:srgbClr val="DBEAFE"/>
            </a:solidFill>
            <a:prstDash val="solid"/>
          </a:ln>
        </p:spPr>
        <p:txBody>
          <a:bodyPr/>
          <a:lstStyle/>
          <a:p>
            <a:endParaRPr lang="fr-FR"/>
          </a:p>
        </p:txBody>
      </p:sp>
      <p:sp>
        <p:nvSpPr>
          <p:cNvPr id="30" name="Text 28"/>
          <p:cNvSpPr/>
          <p:nvPr/>
        </p:nvSpPr>
        <p:spPr>
          <a:xfrm>
            <a:off x="5605272" y="3493008"/>
            <a:ext cx="1645920" cy="256032"/>
          </a:xfrm>
          <a:prstGeom prst="rect">
            <a:avLst/>
          </a:prstGeom>
          <a:noFill/>
          <a:ln/>
        </p:spPr>
        <p:txBody>
          <a:bodyPr wrap="square" lIns="0" tIns="0" rIns="0" bIns="0" rtlCol="0" anchor="ctr"/>
          <a:lstStyle/>
          <a:p>
            <a:pPr marL="0" indent="0" algn="ctr">
              <a:buNone/>
            </a:pPr>
            <a:r>
              <a:rPr lang="en-US" sz="950" b="1" dirty="0">
                <a:solidFill>
                  <a:srgbClr val="0A58CA"/>
                </a:solidFill>
                <a:latin typeface="Courier New" pitchFamily="34" charset="0"/>
                <a:ea typeface="Courier New" pitchFamily="34" charset="-122"/>
                <a:cs typeface="Courier New" pitchFamily="34" charset="-120"/>
              </a:rPr>
              <a:t>Regex</a:t>
            </a:r>
            <a:endParaRPr lang="en-US" sz="950" dirty="0"/>
          </a:p>
        </p:txBody>
      </p:sp>
      <p:sp>
        <p:nvSpPr>
          <p:cNvPr id="31" name="Text 29"/>
          <p:cNvSpPr/>
          <p:nvPr/>
        </p:nvSpPr>
        <p:spPr>
          <a:xfrm>
            <a:off x="4873752" y="384048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Contrôle sémantique par expressions régulières.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ppt_x</p:attrName>
                                        </p:attrNameLst>
                                      </p:cBhvr>
                                      <p:tavLst>
                                        <p:tav tm="0">
                                          <p:val>
                                            <p:strVal val="#ppt_x"/>
                                          </p:val>
                                        </p:tav>
                                        <p:tav tm="100000">
                                          <p:val>
                                            <p:strVal val="#ppt_x"/>
                                          </p:val>
                                        </p:tav>
                                      </p:tavLst>
                                    </p:anim>
                                    <p:anim calcmode="lin" valueType="num">
                                      <p:cBhvr additive="base">
                                        <p:cTn id="63" dur="500" fill="hold"/>
                                        <p:tgtEl>
                                          <p:spTgt spid="16"/>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500" fill="hold"/>
                                        <p:tgtEl>
                                          <p:spTgt spid="18"/>
                                        </p:tgtEl>
                                        <p:attrNameLst>
                                          <p:attrName>ppt_x</p:attrName>
                                        </p:attrNameLst>
                                      </p:cBhvr>
                                      <p:tavLst>
                                        <p:tav tm="0">
                                          <p:val>
                                            <p:strVal val="#ppt_x"/>
                                          </p:val>
                                        </p:tav>
                                        <p:tav tm="100000">
                                          <p:val>
                                            <p:strVal val="#ppt_x"/>
                                          </p:val>
                                        </p:tav>
                                      </p:tavLst>
                                    </p:anim>
                                    <p:anim calcmode="lin" valueType="num">
                                      <p:cBhvr additive="base">
                                        <p:cTn id="71" dur="500" fill="hold"/>
                                        <p:tgtEl>
                                          <p:spTgt spid="18"/>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 calcmode="lin" valueType="num">
                                      <p:cBhvr additive="base">
                                        <p:cTn id="74" dur="500" fill="hold"/>
                                        <p:tgtEl>
                                          <p:spTgt spid="19"/>
                                        </p:tgtEl>
                                        <p:attrNameLst>
                                          <p:attrName>ppt_x</p:attrName>
                                        </p:attrNameLst>
                                      </p:cBhvr>
                                      <p:tavLst>
                                        <p:tav tm="0">
                                          <p:val>
                                            <p:strVal val="#ppt_x"/>
                                          </p:val>
                                        </p:tav>
                                        <p:tav tm="100000">
                                          <p:val>
                                            <p:strVal val="#ppt_x"/>
                                          </p:val>
                                        </p:tav>
                                      </p:tavLst>
                                    </p:anim>
                                    <p:anim calcmode="lin" valueType="num">
                                      <p:cBhvr additive="base">
                                        <p:cTn id="75" dur="500" fill="hold"/>
                                        <p:tgtEl>
                                          <p:spTgt spid="19"/>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00" fill="hold"/>
                                        <p:tgtEl>
                                          <p:spTgt spid="20"/>
                                        </p:tgtEl>
                                        <p:attrNameLst>
                                          <p:attrName>ppt_x</p:attrName>
                                        </p:attrNameLst>
                                      </p:cBhvr>
                                      <p:tavLst>
                                        <p:tav tm="0">
                                          <p:val>
                                            <p:strVal val="#ppt_x"/>
                                          </p:val>
                                        </p:tav>
                                        <p:tav tm="100000">
                                          <p:val>
                                            <p:strVal val="#ppt_x"/>
                                          </p:val>
                                        </p:tav>
                                      </p:tavLst>
                                    </p:anim>
                                    <p:anim calcmode="lin" valueType="num">
                                      <p:cBhvr additive="base">
                                        <p:cTn id="79" dur="500" fill="hold"/>
                                        <p:tgtEl>
                                          <p:spTgt spid="20"/>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ppt_x</p:attrName>
                                        </p:attrNameLst>
                                      </p:cBhvr>
                                      <p:tavLst>
                                        <p:tav tm="0">
                                          <p:val>
                                            <p:strVal val="#ppt_x"/>
                                          </p:val>
                                        </p:tav>
                                        <p:tav tm="100000">
                                          <p:val>
                                            <p:strVal val="#ppt_x"/>
                                          </p:val>
                                        </p:tav>
                                      </p:tavLst>
                                    </p:anim>
                                    <p:anim calcmode="lin" valueType="num">
                                      <p:cBhvr additive="base">
                                        <p:cTn id="83" dur="500" fill="hold"/>
                                        <p:tgtEl>
                                          <p:spTgt spid="21"/>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500" fill="hold"/>
                                        <p:tgtEl>
                                          <p:spTgt spid="22"/>
                                        </p:tgtEl>
                                        <p:attrNameLst>
                                          <p:attrName>ppt_x</p:attrName>
                                        </p:attrNameLst>
                                      </p:cBhvr>
                                      <p:tavLst>
                                        <p:tav tm="0">
                                          <p:val>
                                            <p:strVal val="#ppt_x"/>
                                          </p:val>
                                        </p:tav>
                                        <p:tav tm="100000">
                                          <p:val>
                                            <p:strVal val="#ppt_x"/>
                                          </p:val>
                                        </p:tav>
                                      </p:tavLst>
                                    </p:anim>
                                    <p:anim calcmode="lin" valueType="num">
                                      <p:cBhvr additive="base">
                                        <p:cTn id="87" dur="500" fill="hold"/>
                                        <p:tgtEl>
                                          <p:spTgt spid="22"/>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additive="base">
                                        <p:cTn id="90" dur="500" fill="hold"/>
                                        <p:tgtEl>
                                          <p:spTgt spid="23"/>
                                        </p:tgtEl>
                                        <p:attrNameLst>
                                          <p:attrName>ppt_x</p:attrName>
                                        </p:attrNameLst>
                                      </p:cBhvr>
                                      <p:tavLst>
                                        <p:tav tm="0">
                                          <p:val>
                                            <p:strVal val="#ppt_x"/>
                                          </p:val>
                                        </p:tav>
                                        <p:tav tm="100000">
                                          <p:val>
                                            <p:strVal val="#ppt_x"/>
                                          </p:val>
                                        </p:tav>
                                      </p:tavLst>
                                    </p:anim>
                                    <p:anim calcmode="lin" valueType="num">
                                      <p:cBhvr additive="base">
                                        <p:cTn id="91" dur="500" fill="hold"/>
                                        <p:tgtEl>
                                          <p:spTgt spid="23"/>
                                        </p:tgtEl>
                                        <p:attrNameLst>
                                          <p:attrName>ppt_y</p:attrName>
                                        </p:attrNameLst>
                                      </p:cBhvr>
                                      <p:tavLst>
                                        <p:tav tm="0">
                                          <p:val>
                                            <p:strVal val="1+#ppt_h/2"/>
                                          </p:val>
                                        </p:tav>
                                        <p:tav tm="100000">
                                          <p:val>
                                            <p:strVal val="#ppt_y"/>
                                          </p:val>
                                        </p:tav>
                                      </p:tavLst>
                                    </p:anim>
                                  </p:childTnLst>
                                </p:cTn>
                              </p:par>
                              <p:par>
                                <p:cTn id="92" presetID="2" presetClass="entr" presetSubtype="4" fill="hold" grpId="0" nodeType="withEffect">
                                  <p:stCondLst>
                                    <p:cond delay="0"/>
                                  </p:stCondLst>
                                  <p:childTnLst>
                                    <p:set>
                                      <p:cBhvr>
                                        <p:cTn id="93" dur="1" fill="hold">
                                          <p:stCondLst>
                                            <p:cond delay="0"/>
                                          </p:stCondLst>
                                        </p:cTn>
                                        <p:tgtEl>
                                          <p:spTgt spid="24"/>
                                        </p:tgtEl>
                                        <p:attrNameLst>
                                          <p:attrName>style.visibility</p:attrName>
                                        </p:attrNameLst>
                                      </p:cBhvr>
                                      <p:to>
                                        <p:strVal val="visible"/>
                                      </p:to>
                                    </p:set>
                                    <p:anim calcmode="lin" valueType="num">
                                      <p:cBhvr additive="base">
                                        <p:cTn id="94" dur="500" fill="hold"/>
                                        <p:tgtEl>
                                          <p:spTgt spid="24"/>
                                        </p:tgtEl>
                                        <p:attrNameLst>
                                          <p:attrName>ppt_x</p:attrName>
                                        </p:attrNameLst>
                                      </p:cBhvr>
                                      <p:tavLst>
                                        <p:tav tm="0">
                                          <p:val>
                                            <p:strVal val="#ppt_x"/>
                                          </p:val>
                                        </p:tav>
                                        <p:tav tm="100000">
                                          <p:val>
                                            <p:strVal val="#ppt_x"/>
                                          </p:val>
                                        </p:tav>
                                      </p:tavLst>
                                    </p:anim>
                                    <p:anim calcmode="lin" valueType="num">
                                      <p:cBhvr additive="base">
                                        <p:cTn id="95" dur="500" fill="hold"/>
                                        <p:tgtEl>
                                          <p:spTgt spid="24"/>
                                        </p:tgtEl>
                                        <p:attrNameLst>
                                          <p:attrName>ppt_y</p:attrName>
                                        </p:attrNameLst>
                                      </p:cBhvr>
                                      <p:tavLst>
                                        <p:tav tm="0">
                                          <p:val>
                                            <p:strVal val="1+#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 calcmode="lin" valueType="num">
                                      <p:cBhvr additive="base">
                                        <p:cTn id="98" dur="500" fill="hold"/>
                                        <p:tgtEl>
                                          <p:spTgt spid="25"/>
                                        </p:tgtEl>
                                        <p:attrNameLst>
                                          <p:attrName>ppt_x</p:attrName>
                                        </p:attrNameLst>
                                      </p:cBhvr>
                                      <p:tavLst>
                                        <p:tav tm="0">
                                          <p:val>
                                            <p:strVal val="#ppt_x"/>
                                          </p:val>
                                        </p:tav>
                                        <p:tav tm="100000">
                                          <p:val>
                                            <p:strVal val="#ppt_x"/>
                                          </p:val>
                                        </p:tav>
                                      </p:tavLst>
                                    </p:anim>
                                    <p:anim calcmode="lin" valueType="num">
                                      <p:cBhvr additive="base">
                                        <p:cTn id="99" dur="500" fill="hold"/>
                                        <p:tgtEl>
                                          <p:spTgt spid="25"/>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26"/>
                                        </p:tgtEl>
                                        <p:attrNameLst>
                                          <p:attrName>style.visibility</p:attrName>
                                        </p:attrNameLst>
                                      </p:cBhvr>
                                      <p:to>
                                        <p:strVal val="visible"/>
                                      </p:to>
                                    </p:set>
                                    <p:anim calcmode="lin" valueType="num">
                                      <p:cBhvr additive="base">
                                        <p:cTn id="102" dur="500" fill="hold"/>
                                        <p:tgtEl>
                                          <p:spTgt spid="26"/>
                                        </p:tgtEl>
                                        <p:attrNameLst>
                                          <p:attrName>ppt_x</p:attrName>
                                        </p:attrNameLst>
                                      </p:cBhvr>
                                      <p:tavLst>
                                        <p:tav tm="0">
                                          <p:val>
                                            <p:strVal val="#ppt_x"/>
                                          </p:val>
                                        </p:tav>
                                        <p:tav tm="100000">
                                          <p:val>
                                            <p:strVal val="#ppt_x"/>
                                          </p:val>
                                        </p:tav>
                                      </p:tavLst>
                                    </p:anim>
                                    <p:anim calcmode="lin" valueType="num">
                                      <p:cBhvr additive="base">
                                        <p:cTn id="103" dur="500" fill="hold"/>
                                        <p:tgtEl>
                                          <p:spTgt spid="26"/>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 calcmode="lin" valueType="num">
                                      <p:cBhvr additive="base">
                                        <p:cTn id="106" dur="500" fill="hold"/>
                                        <p:tgtEl>
                                          <p:spTgt spid="27"/>
                                        </p:tgtEl>
                                        <p:attrNameLst>
                                          <p:attrName>ppt_x</p:attrName>
                                        </p:attrNameLst>
                                      </p:cBhvr>
                                      <p:tavLst>
                                        <p:tav tm="0">
                                          <p:val>
                                            <p:strVal val="#ppt_x"/>
                                          </p:val>
                                        </p:tav>
                                        <p:tav tm="100000">
                                          <p:val>
                                            <p:strVal val="#ppt_x"/>
                                          </p:val>
                                        </p:tav>
                                      </p:tavLst>
                                    </p:anim>
                                    <p:anim calcmode="lin" valueType="num">
                                      <p:cBhvr additive="base">
                                        <p:cTn id="107" dur="500" fill="hold"/>
                                        <p:tgtEl>
                                          <p:spTgt spid="27"/>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28"/>
                                        </p:tgtEl>
                                        <p:attrNameLst>
                                          <p:attrName>style.visibility</p:attrName>
                                        </p:attrNameLst>
                                      </p:cBhvr>
                                      <p:to>
                                        <p:strVal val="visible"/>
                                      </p:to>
                                    </p:set>
                                    <p:anim calcmode="lin" valueType="num">
                                      <p:cBhvr additive="base">
                                        <p:cTn id="110" dur="500" fill="hold"/>
                                        <p:tgtEl>
                                          <p:spTgt spid="28"/>
                                        </p:tgtEl>
                                        <p:attrNameLst>
                                          <p:attrName>ppt_x</p:attrName>
                                        </p:attrNameLst>
                                      </p:cBhvr>
                                      <p:tavLst>
                                        <p:tav tm="0">
                                          <p:val>
                                            <p:strVal val="#ppt_x"/>
                                          </p:val>
                                        </p:tav>
                                        <p:tav tm="100000">
                                          <p:val>
                                            <p:strVal val="#ppt_x"/>
                                          </p:val>
                                        </p:tav>
                                      </p:tavLst>
                                    </p:anim>
                                    <p:anim calcmode="lin" valueType="num">
                                      <p:cBhvr additive="base">
                                        <p:cTn id="111" dur="500" fill="hold"/>
                                        <p:tgtEl>
                                          <p:spTgt spid="28"/>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 calcmode="lin" valueType="num">
                                      <p:cBhvr additive="base">
                                        <p:cTn id="114" dur="500" fill="hold"/>
                                        <p:tgtEl>
                                          <p:spTgt spid="29"/>
                                        </p:tgtEl>
                                        <p:attrNameLst>
                                          <p:attrName>ppt_x</p:attrName>
                                        </p:attrNameLst>
                                      </p:cBhvr>
                                      <p:tavLst>
                                        <p:tav tm="0">
                                          <p:val>
                                            <p:strVal val="#ppt_x"/>
                                          </p:val>
                                        </p:tav>
                                        <p:tav tm="100000">
                                          <p:val>
                                            <p:strVal val="#ppt_x"/>
                                          </p:val>
                                        </p:tav>
                                      </p:tavLst>
                                    </p:anim>
                                    <p:anim calcmode="lin" valueType="num">
                                      <p:cBhvr additive="base">
                                        <p:cTn id="115" dur="500" fill="hold"/>
                                        <p:tgtEl>
                                          <p:spTgt spid="29"/>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30"/>
                                        </p:tgtEl>
                                        <p:attrNameLst>
                                          <p:attrName>style.visibility</p:attrName>
                                        </p:attrNameLst>
                                      </p:cBhvr>
                                      <p:to>
                                        <p:strVal val="visible"/>
                                      </p:to>
                                    </p:set>
                                    <p:anim calcmode="lin" valueType="num">
                                      <p:cBhvr additive="base">
                                        <p:cTn id="118" dur="500" fill="hold"/>
                                        <p:tgtEl>
                                          <p:spTgt spid="30"/>
                                        </p:tgtEl>
                                        <p:attrNameLst>
                                          <p:attrName>ppt_x</p:attrName>
                                        </p:attrNameLst>
                                      </p:cBhvr>
                                      <p:tavLst>
                                        <p:tav tm="0">
                                          <p:val>
                                            <p:strVal val="#ppt_x"/>
                                          </p:val>
                                        </p:tav>
                                        <p:tav tm="100000">
                                          <p:val>
                                            <p:strVal val="#ppt_x"/>
                                          </p:val>
                                        </p:tav>
                                      </p:tavLst>
                                    </p:anim>
                                    <p:anim calcmode="lin" valueType="num">
                                      <p:cBhvr additive="base">
                                        <p:cTn id="119" dur="500" fill="hold"/>
                                        <p:tgtEl>
                                          <p:spTgt spid="30"/>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Bootstrap 5 — Composants utilisés</a:t>
            </a:r>
            <a:endParaRPr lang="en-US" sz="2200" dirty="0"/>
          </a:p>
        </p:txBody>
      </p:sp>
      <p:sp>
        <p:nvSpPr>
          <p:cNvPr id="4" name="Shape 2"/>
          <p:cNvSpPr/>
          <p:nvPr/>
        </p:nvSpPr>
        <p:spPr>
          <a:xfrm>
            <a:off x="320040" y="731520"/>
            <a:ext cx="1371600" cy="1371600"/>
          </a:xfrm>
          <a:prstGeom prst="ellipse">
            <a:avLst/>
          </a:prstGeom>
          <a:solidFill>
            <a:srgbClr val="7952B3"/>
          </a:solidFill>
          <a:ln w="12700">
            <a:solidFill>
              <a:srgbClr val="7952B3"/>
            </a:solidFill>
            <a:prstDash val="solid"/>
          </a:ln>
        </p:spPr>
        <p:txBody>
          <a:bodyPr/>
          <a:lstStyle/>
          <a:p>
            <a:endParaRPr lang="fr-FR" dirty="0"/>
          </a:p>
        </p:txBody>
      </p:sp>
      <p:sp>
        <p:nvSpPr>
          <p:cNvPr id="5" name="Text 3"/>
          <p:cNvSpPr/>
          <p:nvPr/>
        </p:nvSpPr>
        <p:spPr>
          <a:xfrm>
            <a:off x="320040" y="704088"/>
            <a:ext cx="1371600" cy="13716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B</a:t>
            </a:r>
            <a:endParaRPr lang="en-US" sz="4000" dirty="0"/>
          </a:p>
        </p:txBody>
      </p:sp>
      <p:sp>
        <p:nvSpPr>
          <p:cNvPr id="6" name="Text 4"/>
          <p:cNvSpPr/>
          <p:nvPr/>
        </p:nvSpPr>
        <p:spPr>
          <a:xfrm>
            <a:off x="1920240" y="960120"/>
            <a:ext cx="6858000" cy="457200"/>
          </a:xfrm>
          <a:prstGeom prst="rect">
            <a:avLst/>
          </a:prstGeom>
          <a:noFill/>
          <a:ln/>
        </p:spPr>
        <p:txBody>
          <a:bodyPr wrap="square" rtlCol="0" anchor="ctr"/>
          <a:lstStyle/>
          <a:p>
            <a:pPr marL="0" indent="0">
              <a:buNone/>
            </a:pPr>
            <a:r>
              <a:rPr lang="en-US" sz="2000" b="1" dirty="0">
                <a:solidFill>
                  <a:srgbClr val="7952B3"/>
                </a:solidFill>
                <a:latin typeface="Calibri" pitchFamily="34" charset="0"/>
                <a:ea typeface="Calibri" pitchFamily="34" charset="-122"/>
                <a:cs typeface="Calibri" pitchFamily="34" charset="-120"/>
              </a:rPr>
              <a:t>Bootstrap 5</a:t>
            </a:r>
            <a:endParaRPr lang="en-US" sz="2000" dirty="0"/>
          </a:p>
        </p:txBody>
      </p:sp>
      <p:sp>
        <p:nvSpPr>
          <p:cNvPr id="7" name="Text 5"/>
          <p:cNvSpPr/>
          <p:nvPr/>
        </p:nvSpPr>
        <p:spPr>
          <a:xfrm>
            <a:off x="1920240" y="1417320"/>
            <a:ext cx="6858000" cy="365760"/>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Framework CSS utilisé pour garantir un affichage adaptatif parfait</a:t>
            </a:r>
            <a:endParaRPr lang="en-US" sz="1250" dirty="0"/>
          </a:p>
        </p:txBody>
      </p:sp>
      <p:sp>
        <p:nvSpPr>
          <p:cNvPr id="8" name="Shape 6"/>
          <p:cNvSpPr/>
          <p:nvPr/>
        </p:nvSpPr>
        <p:spPr>
          <a:xfrm>
            <a:off x="320040" y="2286000"/>
            <a:ext cx="4114800" cy="1280160"/>
          </a:xfrm>
          <a:prstGeom prst="roundRect">
            <a:avLst>
              <a:gd name="adj" fmla="val 6429"/>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9" name="Shape 7"/>
          <p:cNvSpPr/>
          <p:nvPr/>
        </p:nvSpPr>
        <p:spPr>
          <a:xfrm>
            <a:off x="457200" y="2542032"/>
            <a:ext cx="594360" cy="594360"/>
          </a:xfrm>
          <a:prstGeom prst="roundRect">
            <a:avLst>
              <a:gd name="adj" fmla="val 10769"/>
            </a:avLst>
          </a:prstGeom>
          <a:solidFill>
            <a:srgbClr val="F3EEFF"/>
          </a:solidFill>
          <a:ln w="12700">
            <a:solidFill>
              <a:srgbClr val="D6BAFF"/>
            </a:solidFill>
            <a:prstDash val="solid"/>
          </a:ln>
        </p:spPr>
        <p:txBody>
          <a:bodyPr/>
          <a:lstStyle/>
          <a:p>
            <a:endParaRPr lang="fr-FR"/>
          </a:p>
        </p:txBody>
      </p:sp>
      <p:sp>
        <p:nvSpPr>
          <p:cNvPr id="10" name="Text 8"/>
          <p:cNvSpPr/>
          <p:nvPr/>
        </p:nvSpPr>
        <p:spPr>
          <a:xfrm>
            <a:off x="457200" y="254203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1143000" y="2423160"/>
            <a:ext cx="3127248" cy="365760"/>
          </a:xfrm>
          <a:prstGeom prst="rect">
            <a:avLst/>
          </a:prstGeom>
          <a:noFill/>
          <a:ln/>
        </p:spPr>
        <p:txBody>
          <a:bodyPr wrap="square" rtlCol="0" anchor="ctr"/>
          <a:lstStyle/>
          <a:p>
            <a:pPr marL="0" indent="0">
              <a:buNone/>
            </a:pPr>
            <a:r>
              <a:rPr lang="en-US" sz="1350" b="1" dirty="0">
                <a:solidFill>
                  <a:srgbClr val="7952B3"/>
                </a:solidFill>
                <a:latin typeface="Calibri" pitchFamily="34" charset="0"/>
                <a:ea typeface="Calibri" pitchFamily="34" charset="-122"/>
                <a:cs typeface="Calibri" pitchFamily="34" charset="-120"/>
              </a:rPr>
              <a:t>Navbar Responsive</a:t>
            </a:r>
            <a:endParaRPr lang="en-US" sz="1350" dirty="0"/>
          </a:p>
        </p:txBody>
      </p:sp>
      <p:sp>
        <p:nvSpPr>
          <p:cNvPr id="12" name="Text 10"/>
          <p:cNvSpPr/>
          <p:nvPr/>
        </p:nvSpPr>
        <p:spPr>
          <a:xfrm>
            <a:off x="1143000" y="2816352"/>
            <a:ext cx="3127248" cy="64008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Menu adaptatif se transformant en hamburger sur mobile.</a:t>
            </a:r>
            <a:endParaRPr lang="en-US" sz="1200" dirty="0"/>
          </a:p>
        </p:txBody>
      </p:sp>
      <p:sp>
        <p:nvSpPr>
          <p:cNvPr id="13" name="Shape 11"/>
          <p:cNvSpPr/>
          <p:nvPr/>
        </p:nvSpPr>
        <p:spPr>
          <a:xfrm>
            <a:off x="4709160" y="2286000"/>
            <a:ext cx="4114800" cy="1280160"/>
          </a:xfrm>
          <a:prstGeom prst="roundRect">
            <a:avLst>
              <a:gd name="adj" fmla="val 6429"/>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4" name="Shape 12"/>
          <p:cNvSpPr/>
          <p:nvPr/>
        </p:nvSpPr>
        <p:spPr>
          <a:xfrm>
            <a:off x="4846320" y="2542032"/>
            <a:ext cx="594360" cy="594360"/>
          </a:xfrm>
          <a:prstGeom prst="roundRect">
            <a:avLst>
              <a:gd name="adj" fmla="val 10769"/>
            </a:avLst>
          </a:prstGeom>
          <a:solidFill>
            <a:srgbClr val="F3EEFF"/>
          </a:solidFill>
          <a:ln w="12700">
            <a:solidFill>
              <a:srgbClr val="D6BAFF"/>
            </a:solidFill>
            <a:prstDash val="solid"/>
          </a:ln>
        </p:spPr>
        <p:txBody>
          <a:bodyPr/>
          <a:lstStyle/>
          <a:p>
            <a:endParaRPr lang="fr-FR"/>
          </a:p>
        </p:txBody>
      </p:sp>
      <p:sp>
        <p:nvSpPr>
          <p:cNvPr id="15" name="Text 13"/>
          <p:cNvSpPr/>
          <p:nvPr/>
        </p:nvSpPr>
        <p:spPr>
          <a:xfrm>
            <a:off x="4846320" y="254203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5532120" y="2423160"/>
            <a:ext cx="3127248" cy="365760"/>
          </a:xfrm>
          <a:prstGeom prst="rect">
            <a:avLst/>
          </a:prstGeom>
          <a:noFill/>
          <a:ln/>
        </p:spPr>
        <p:txBody>
          <a:bodyPr wrap="square" rtlCol="0" anchor="ctr"/>
          <a:lstStyle/>
          <a:p>
            <a:pPr marL="0" indent="0">
              <a:buNone/>
            </a:pPr>
            <a:r>
              <a:rPr lang="en-US" sz="1350" b="1" dirty="0">
                <a:solidFill>
                  <a:srgbClr val="7952B3"/>
                </a:solidFill>
                <a:latin typeface="Calibri" pitchFamily="34" charset="0"/>
                <a:ea typeface="Calibri" pitchFamily="34" charset="-122"/>
                <a:cs typeface="Calibri" pitchFamily="34" charset="-120"/>
              </a:rPr>
              <a:t>Grid System</a:t>
            </a:r>
            <a:endParaRPr lang="en-US" sz="1350" dirty="0"/>
          </a:p>
        </p:txBody>
      </p:sp>
      <p:sp>
        <p:nvSpPr>
          <p:cNvPr id="17" name="Text 15"/>
          <p:cNvSpPr/>
          <p:nvPr/>
        </p:nvSpPr>
        <p:spPr>
          <a:xfrm>
            <a:off x="5532120" y="2816352"/>
            <a:ext cx="3127248" cy="64008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Alignement parfait via les classes col-md et d-flex.</a:t>
            </a:r>
            <a:endParaRPr lang="en-US" sz="1200" dirty="0"/>
          </a:p>
        </p:txBody>
      </p:sp>
      <p:sp>
        <p:nvSpPr>
          <p:cNvPr id="18" name="Shape 16"/>
          <p:cNvSpPr/>
          <p:nvPr/>
        </p:nvSpPr>
        <p:spPr>
          <a:xfrm>
            <a:off x="320040" y="3749040"/>
            <a:ext cx="4114800" cy="1280160"/>
          </a:xfrm>
          <a:prstGeom prst="roundRect">
            <a:avLst>
              <a:gd name="adj" fmla="val 6429"/>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9" name="Shape 17"/>
          <p:cNvSpPr/>
          <p:nvPr/>
        </p:nvSpPr>
        <p:spPr>
          <a:xfrm>
            <a:off x="457200" y="4005072"/>
            <a:ext cx="594360" cy="594360"/>
          </a:xfrm>
          <a:prstGeom prst="roundRect">
            <a:avLst>
              <a:gd name="adj" fmla="val 10769"/>
            </a:avLst>
          </a:prstGeom>
          <a:solidFill>
            <a:srgbClr val="F3EEFF"/>
          </a:solidFill>
          <a:ln w="12700">
            <a:solidFill>
              <a:srgbClr val="D6BAFF"/>
            </a:solidFill>
            <a:prstDash val="solid"/>
          </a:ln>
        </p:spPr>
        <p:txBody>
          <a:bodyPr/>
          <a:lstStyle/>
          <a:p>
            <a:endParaRPr lang="fr-FR"/>
          </a:p>
        </p:txBody>
      </p:sp>
      <p:sp>
        <p:nvSpPr>
          <p:cNvPr id="20" name="Text 18"/>
          <p:cNvSpPr/>
          <p:nvPr/>
        </p:nvSpPr>
        <p:spPr>
          <a:xfrm>
            <a:off x="457200" y="400507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1143000" y="3886200"/>
            <a:ext cx="3127248" cy="365760"/>
          </a:xfrm>
          <a:prstGeom prst="rect">
            <a:avLst/>
          </a:prstGeom>
          <a:noFill/>
          <a:ln/>
        </p:spPr>
        <p:txBody>
          <a:bodyPr wrap="square" rtlCol="0" anchor="ctr"/>
          <a:lstStyle/>
          <a:p>
            <a:pPr marL="0" indent="0">
              <a:buNone/>
            </a:pPr>
            <a:r>
              <a:rPr lang="en-US" sz="1350" b="1" dirty="0">
                <a:solidFill>
                  <a:srgbClr val="7952B3"/>
                </a:solidFill>
                <a:latin typeface="Calibri" pitchFamily="34" charset="0"/>
                <a:ea typeface="Calibri" pitchFamily="34" charset="-122"/>
                <a:cs typeface="Calibri" pitchFamily="34" charset="-120"/>
              </a:rPr>
              <a:t>Cards &amp; Accordions</a:t>
            </a:r>
            <a:endParaRPr lang="en-US" sz="1350" dirty="0"/>
          </a:p>
        </p:txBody>
      </p:sp>
      <p:sp>
        <p:nvSpPr>
          <p:cNvPr id="22" name="Text 20"/>
          <p:cNvSpPr/>
          <p:nvPr/>
        </p:nvSpPr>
        <p:spPr>
          <a:xfrm>
            <a:off x="1143000" y="4279392"/>
            <a:ext cx="3127248" cy="64008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Structuration des profils freelances et de la FAQ.</a:t>
            </a:r>
            <a:endParaRPr lang="en-US" sz="1200" dirty="0"/>
          </a:p>
        </p:txBody>
      </p:sp>
      <p:sp>
        <p:nvSpPr>
          <p:cNvPr id="23" name="Shape 21"/>
          <p:cNvSpPr/>
          <p:nvPr/>
        </p:nvSpPr>
        <p:spPr>
          <a:xfrm>
            <a:off x="4709160" y="3749040"/>
            <a:ext cx="4114800" cy="1280160"/>
          </a:xfrm>
          <a:prstGeom prst="roundRect">
            <a:avLst>
              <a:gd name="adj" fmla="val 6429"/>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4" name="Shape 22"/>
          <p:cNvSpPr/>
          <p:nvPr/>
        </p:nvSpPr>
        <p:spPr>
          <a:xfrm>
            <a:off x="4846320" y="4005072"/>
            <a:ext cx="594360" cy="594360"/>
          </a:xfrm>
          <a:prstGeom prst="roundRect">
            <a:avLst>
              <a:gd name="adj" fmla="val 10769"/>
            </a:avLst>
          </a:prstGeom>
          <a:solidFill>
            <a:srgbClr val="F3EEFF"/>
          </a:solidFill>
          <a:ln w="12700">
            <a:solidFill>
              <a:srgbClr val="D6BAFF"/>
            </a:solidFill>
            <a:prstDash val="solid"/>
          </a:ln>
        </p:spPr>
        <p:txBody>
          <a:bodyPr/>
          <a:lstStyle/>
          <a:p>
            <a:endParaRPr lang="fr-FR"/>
          </a:p>
        </p:txBody>
      </p:sp>
      <p:sp>
        <p:nvSpPr>
          <p:cNvPr id="25" name="Text 23"/>
          <p:cNvSpPr/>
          <p:nvPr/>
        </p:nvSpPr>
        <p:spPr>
          <a:xfrm>
            <a:off x="4846320" y="400507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6" name="Text 24"/>
          <p:cNvSpPr/>
          <p:nvPr/>
        </p:nvSpPr>
        <p:spPr>
          <a:xfrm>
            <a:off x="5532120" y="3886200"/>
            <a:ext cx="3127248" cy="365760"/>
          </a:xfrm>
          <a:prstGeom prst="rect">
            <a:avLst/>
          </a:prstGeom>
          <a:noFill/>
          <a:ln/>
        </p:spPr>
        <p:txBody>
          <a:bodyPr wrap="square" rtlCol="0" anchor="ctr"/>
          <a:lstStyle/>
          <a:p>
            <a:pPr marL="0" indent="0">
              <a:buNone/>
            </a:pPr>
            <a:r>
              <a:rPr lang="en-US" sz="1350" b="1" dirty="0">
                <a:solidFill>
                  <a:srgbClr val="7952B3"/>
                </a:solidFill>
                <a:latin typeface="Calibri" pitchFamily="34" charset="0"/>
                <a:ea typeface="Calibri" pitchFamily="34" charset="-122"/>
                <a:cs typeface="Calibri" pitchFamily="34" charset="-120"/>
              </a:rPr>
              <a:t>Utilitaires</a:t>
            </a:r>
            <a:endParaRPr lang="en-US" sz="1350" dirty="0"/>
          </a:p>
        </p:txBody>
      </p:sp>
      <p:sp>
        <p:nvSpPr>
          <p:cNvPr id="27" name="Text 25"/>
          <p:cNvSpPr/>
          <p:nvPr/>
        </p:nvSpPr>
        <p:spPr>
          <a:xfrm>
            <a:off x="5532120" y="4279392"/>
            <a:ext cx="3127248" cy="64008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Classes de marges, paddings et flex-gap utilisées intensivement.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down)">
                                      <p:cBhvr>
                                        <p:cTn id="34" dur="500"/>
                                        <p:tgtEl>
                                          <p:spTgt spid="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500"/>
                                        <p:tgtEl>
                                          <p:spTgt spid="12"/>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down)">
                                      <p:cBhvr>
                                        <p:cTn id="46" dur="500"/>
                                        <p:tgtEl>
                                          <p:spTgt spid="13"/>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down)">
                                      <p:cBhvr>
                                        <p:cTn id="49" dur="500"/>
                                        <p:tgtEl>
                                          <p:spTgt spid="14"/>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down)">
                                      <p:cBhvr>
                                        <p:cTn id="55" dur="500"/>
                                        <p:tgtEl>
                                          <p:spTgt spid="16"/>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down)">
                                      <p:cBhvr>
                                        <p:cTn id="61" dur="500"/>
                                        <p:tgtEl>
                                          <p:spTgt spid="18"/>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down)">
                                      <p:cBhvr>
                                        <p:cTn id="64" dur="500"/>
                                        <p:tgtEl>
                                          <p:spTgt spid="19"/>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down)">
                                      <p:cBhvr>
                                        <p:cTn id="67" dur="500"/>
                                        <p:tgtEl>
                                          <p:spTgt spid="20"/>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down)">
                                      <p:cBhvr>
                                        <p:cTn id="70" dur="500"/>
                                        <p:tgtEl>
                                          <p:spTgt spid="21"/>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wipe(down)">
                                      <p:cBhvr>
                                        <p:cTn id="73" dur="500"/>
                                        <p:tgtEl>
                                          <p:spTgt spid="22"/>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wipe(down)">
                                      <p:cBhvr>
                                        <p:cTn id="76" dur="500"/>
                                        <p:tgtEl>
                                          <p:spTgt spid="23"/>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wipe(down)">
                                      <p:cBhvr>
                                        <p:cTn id="79" dur="500"/>
                                        <p:tgtEl>
                                          <p:spTgt spid="24"/>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wipe(down)">
                                      <p:cBhvr>
                                        <p:cTn id="82" dur="500"/>
                                        <p:tgtEl>
                                          <p:spTgt spid="25"/>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wipe(down)">
                                      <p:cBhvr>
                                        <p:cTn id="85" dur="500"/>
                                        <p:tgtEl>
                                          <p:spTgt spid="26"/>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down)">
                                      <p:cBhvr>
                                        <p:cTn id="8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CSS avancé — Techniques utilisées</a:t>
            </a:r>
            <a:endParaRPr lang="en-US" sz="2200" dirty="0"/>
          </a:p>
        </p:txBody>
      </p:sp>
      <p:sp>
        <p:nvSpPr>
          <p:cNvPr id="4" name="Shape 2"/>
          <p:cNvSpPr/>
          <p:nvPr/>
        </p:nvSpPr>
        <p:spPr>
          <a:xfrm>
            <a:off x="320040" y="91440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5" name="Shape 3"/>
          <p:cNvSpPr/>
          <p:nvPr/>
        </p:nvSpPr>
        <p:spPr>
          <a:xfrm>
            <a:off x="484632" y="1115568"/>
            <a:ext cx="658368" cy="658368"/>
          </a:xfrm>
          <a:prstGeom prst="ellipse">
            <a:avLst/>
          </a:prstGeom>
          <a:solidFill>
            <a:srgbClr val="E25C38"/>
          </a:solidFill>
          <a:ln w="12700">
            <a:solidFill>
              <a:srgbClr val="E25C38"/>
            </a:solidFill>
            <a:prstDash val="solid"/>
          </a:ln>
        </p:spPr>
        <p:txBody>
          <a:bodyPr/>
          <a:lstStyle/>
          <a:p>
            <a:endParaRPr lang="fr-FR"/>
          </a:p>
        </p:txBody>
      </p:sp>
      <p:sp>
        <p:nvSpPr>
          <p:cNvPr id="6" name="Text 4"/>
          <p:cNvSpPr/>
          <p:nvPr/>
        </p:nvSpPr>
        <p:spPr>
          <a:xfrm>
            <a:off x="484632" y="111556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1216152" y="107899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Variables CSS</a:t>
            </a:r>
            <a:endParaRPr lang="en-US" sz="1400" dirty="0"/>
          </a:p>
        </p:txBody>
      </p:sp>
      <p:sp>
        <p:nvSpPr>
          <p:cNvPr id="8" name="Shape 6"/>
          <p:cNvSpPr/>
          <p:nvPr/>
        </p:nvSpPr>
        <p:spPr>
          <a:xfrm>
            <a:off x="1216152" y="1481328"/>
            <a:ext cx="1463040" cy="256032"/>
          </a:xfrm>
          <a:prstGeom prst="roundRect">
            <a:avLst>
              <a:gd name="adj" fmla="val 17857"/>
            </a:avLst>
          </a:prstGeom>
          <a:solidFill>
            <a:srgbClr val="F1F5F9"/>
          </a:solidFill>
          <a:ln w="12700">
            <a:solidFill>
              <a:srgbClr val="E2E8F0"/>
            </a:solidFill>
            <a:prstDash val="solid"/>
          </a:ln>
        </p:spPr>
        <p:txBody>
          <a:bodyPr/>
          <a:lstStyle/>
          <a:p>
            <a:endParaRPr lang="fr-FR"/>
          </a:p>
        </p:txBody>
      </p:sp>
      <p:sp>
        <p:nvSpPr>
          <p:cNvPr id="9" name="Text 7"/>
          <p:cNvSpPr/>
          <p:nvPr/>
        </p:nvSpPr>
        <p:spPr>
          <a:xfrm>
            <a:off x="1216152" y="1481328"/>
            <a:ext cx="1463040" cy="256032"/>
          </a:xfrm>
          <a:prstGeom prst="rect">
            <a:avLst/>
          </a:prstGeom>
          <a:noFill/>
          <a:ln/>
        </p:spPr>
        <p:txBody>
          <a:bodyPr wrap="square" lIns="0" tIns="0" rIns="0" bIns="0" rtlCol="0" anchor="ctr"/>
          <a:lstStyle/>
          <a:p>
            <a:pPr marL="0" indent="0" algn="ctr">
              <a:buNone/>
            </a:pPr>
            <a:r>
              <a:rPr lang="en-US" sz="950" b="1" dirty="0">
                <a:solidFill>
                  <a:srgbClr val="E25C38"/>
                </a:solidFill>
                <a:latin typeface="Courier New" pitchFamily="34" charset="0"/>
                <a:ea typeface="Courier New" pitchFamily="34" charset="-122"/>
                <a:cs typeface="Courier New" pitchFamily="34" charset="-120"/>
              </a:rPr>
              <a:t>:root</a:t>
            </a:r>
            <a:endParaRPr lang="en-US" sz="950" dirty="0"/>
          </a:p>
        </p:txBody>
      </p:sp>
      <p:sp>
        <p:nvSpPr>
          <p:cNvPr id="10" name="Text 8"/>
          <p:cNvSpPr/>
          <p:nvPr/>
        </p:nvSpPr>
        <p:spPr>
          <a:xfrm>
            <a:off x="484632" y="182880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Déclaration dans :root pour une maintenance centralisée des couleurs.</a:t>
            </a:r>
            <a:endParaRPr lang="en-US" sz="1200" dirty="0"/>
          </a:p>
        </p:txBody>
      </p:sp>
      <p:sp>
        <p:nvSpPr>
          <p:cNvPr id="11" name="Shape 9"/>
          <p:cNvSpPr/>
          <p:nvPr/>
        </p:nvSpPr>
        <p:spPr>
          <a:xfrm>
            <a:off x="4709160" y="91440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2" name="Shape 10"/>
          <p:cNvSpPr/>
          <p:nvPr/>
        </p:nvSpPr>
        <p:spPr>
          <a:xfrm>
            <a:off x="4873752" y="1115568"/>
            <a:ext cx="658368" cy="658368"/>
          </a:xfrm>
          <a:prstGeom prst="ellipse">
            <a:avLst/>
          </a:prstGeom>
          <a:solidFill>
            <a:srgbClr val="0D6EFD"/>
          </a:solidFill>
          <a:ln w="12700">
            <a:solidFill>
              <a:srgbClr val="0D6EFD"/>
            </a:solidFill>
            <a:prstDash val="solid"/>
          </a:ln>
        </p:spPr>
        <p:txBody>
          <a:bodyPr/>
          <a:lstStyle/>
          <a:p>
            <a:endParaRPr lang="fr-FR"/>
          </a:p>
        </p:txBody>
      </p:sp>
      <p:sp>
        <p:nvSpPr>
          <p:cNvPr id="13" name="Text 11"/>
          <p:cNvSpPr/>
          <p:nvPr/>
        </p:nvSpPr>
        <p:spPr>
          <a:xfrm>
            <a:off x="4873752" y="111556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5605272" y="107899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Layouts hybrides</a:t>
            </a:r>
            <a:endParaRPr lang="en-US" sz="1400" dirty="0"/>
          </a:p>
        </p:txBody>
      </p:sp>
      <p:sp>
        <p:nvSpPr>
          <p:cNvPr id="15" name="Shape 13"/>
          <p:cNvSpPr/>
          <p:nvPr/>
        </p:nvSpPr>
        <p:spPr>
          <a:xfrm>
            <a:off x="5605272" y="1481328"/>
            <a:ext cx="1463040" cy="256032"/>
          </a:xfrm>
          <a:prstGeom prst="roundRect">
            <a:avLst>
              <a:gd name="adj" fmla="val 17857"/>
            </a:avLst>
          </a:prstGeom>
          <a:solidFill>
            <a:srgbClr val="F1F5F9"/>
          </a:solidFill>
          <a:ln w="12700">
            <a:solidFill>
              <a:srgbClr val="E2E8F0"/>
            </a:solidFill>
            <a:prstDash val="solid"/>
          </a:ln>
        </p:spPr>
        <p:txBody>
          <a:bodyPr/>
          <a:lstStyle/>
          <a:p>
            <a:endParaRPr lang="fr-FR"/>
          </a:p>
        </p:txBody>
      </p:sp>
      <p:sp>
        <p:nvSpPr>
          <p:cNvPr id="16" name="Text 14"/>
          <p:cNvSpPr/>
          <p:nvPr/>
        </p:nvSpPr>
        <p:spPr>
          <a:xfrm>
            <a:off x="5605272" y="1481328"/>
            <a:ext cx="1463040" cy="256032"/>
          </a:xfrm>
          <a:prstGeom prst="rect">
            <a:avLst/>
          </a:prstGeom>
          <a:noFill/>
          <a:ln/>
        </p:spPr>
        <p:txBody>
          <a:bodyPr wrap="square" lIns="0" tIns="0" rIns="0" bIns="0" rtlCol="0" anchor="ctr"/>
          <a:lstStyle/>
          <a:p>
            <a:pPr marL="0" indent="0" algn="ctr">
              <a:buNone/>
            </a:pPr>
            <a:r>
              <a:rPr lang="en-US" sz="950" b="1" dirty="0">
                <a:solidFill>
                  <a:srgbClr val="0D6EFD"/>
                </a:solidFill>
                <a:latin typeface="Courier New" pitchFamily="34" charset="0"/>
                <a:ea typeface="Courier New" pitchFamily="34" charset="-122"/>
                <a:cs typeface="Courier New" pitchFamily="34" charset="-120"/>
              </a:rPr>
              <a:t>Grid + Flex</a:t>
            </a:r>
            <a:endParaRPr lang="en-US" sz="950" dirty="0"/>
          </a:p>
        </p:txBody>
      </p:sp>
      <p:sp>
        <p:nvSpPr>
          <p:cNvPr id="17" name="Text 15"/>
          <p:cNvSpPr/>
          <p:nvPr/>
        </p:nvSpPr>
        <p:spPr>
          <a:xfrm>
            <a:off x="4873752" y="182880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Combinaison de CSS Grid (Bento) et Flexbox pour les alignements complexes.</a:t>
            </a:r>
            <a:endParaRPr lang="en-US" sz="1200" dirty="0"/>
          </a:p>
        </p:txBody>
      </p:sp>
      <p:sp>
        <p:nvSpPr>
          <p:cNvPr id="18" name="Shape 16"/>
          <p:cNvSpPr/>
          <p:nvPr/>
        </p:nvSpPr>
        <p:spPr>
          <a:xfrm>
            <a:off x="320040" y="292608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9" name="Shape 17"/>
          <p:cNvSpPr/>
          <p:nvPr/>
        </p:nvSpPr>
        <p:spPr>
          <a:xfrm>
            <a:off x="484632" y="3127248"/>
            <a:ext cx="658368" cy="658368"/>
          </a:xfrm>
          <a:prstGeom prst="ellipse">
            <a:avLst/>
          </a:prstGeom>
          <a:solidFill>
            <a:srgbClr val="7952B3"/>
          </a:solidFill>
          <a:ln w="12700">
            <a:solidFill>
              <a:srgbClr val="7952B3"/>
            </a:solidFill>
            <a:prstDash val="solid"/>
          </a:ln>
        </p:spPr>
        <p:txBody>
          <a:bodyPr/>
          <a:lstStyle/>
          <a:p>
            <a:endParaRPr lang="fr-FR"/>
          </a:p>
        </p:txBody>
      </p:sp>
      <p:sp>
        <p:nvSpPr>
          <p:cNvPr id="20" name="Text 18"/>
          <p:cNvSpPr/>
          <p:nvPr/>
        </p:nvSpPr>
        <p:spPr>
          <a:xfrm>
            <a:off x="484632" y="312724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1216152" y="309067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Micro-interactions</a:t>
            </a:r>
            <a:endParaRPr lang="en-US" sz="1400" dirty="0"/>
          </a:p>
        </p:txBody>
      </p:sp>
      <p:sp>
        <p:nvSpPr>
          <p:cNvPr id="22" name="Shape 20"/>
          <p:cNvSpPr/>
          <p:nvPr/>
        </p:nvSpPr>
        <p:spPr>
          <a:xfrm>
            <a:off x="1216152" y="3493008"/>
            <a:ext cx="1463040" cy="256032"/>
          </a:xfrm>
          <a:prstGeom prst="roundRect">
            <a:avLst>
              <a:gd name="adj" fmla="val 17857"/>
            </a:avLst>
          </a:prstGeom>
          <a:solidFill>
            <a:srgbClr val="F1F5F9"/>
          </a:solidFill>
          <a:ln w="12700">
            <a:solidFill>
              <a:srgbClr val="E2E8F0"/>
            </a:solidFill>
            <a:prstDash val="solid"/>
          </a:ln>
        </p:spPr>
        <p:txBody>
          <a:bodyPr/>
          <a:lstStyle/>
          <a:p>
            <a:endParaRPr lang="fr-FR"/>
          </a:p>
        </p:txBody>
      </p:sp>
      <p:sp>
        <p:nvSpPr>
          <p:cNvPr id="23" name="Text 21"/>
          <p:cNvSpPr/>
          <p:nvPr/>
        </p:nvSpPr>
        <p:spPr>
          <a:xfrm>
            <a:off x="1216152" y="3493008"/>
            <a:ext cx="1463040" cy="256032"/>
          </a:xfrm>
          <a:prstGeom prst="rect">
            <a:avLst/>
          </a:prstGeom>
          <a:noFill/>
          <a:ln/>
        </p:spPr>
        <p:txBody>
          <a:bodyPr wrap="square" lIns="0" tIns="0" rIns="0" bIns="0" rtlCol="0" anchor="ctr"/>
          <a:lstStyle/>
          <a:p>
            <a:pPr marL="0" indent="0" algn="ctr">
              <a:buNone/>
            </a:pPr>
            <a:r>
              <a:rPr lang="en-US" sz="950" b="1" dirty="0">
                <a:solidFill>
                  <a:srgbClr val="7952B3"/>
                </a:solidFill>
                <a:latin typeface="Courier New" pitchFamily="34" charset="0"/>
                <a:ea typeface="Courier New" pitchFamily="34" charset="-122"/>
                <a:cs typeface="Courier New" pitchFamily="34" charset="-120"/>
              </a:rPr>
              <a:t>transition: 0.3s</a:t>
            </a:r>
            <a:endParaRPr lang="en-US" sz="950" dirty="0"/>
          </a:p>
        </p:txBody>
      </p:sp>
      <p:sp>
        <p:nvSpPr>
          <p:cNvPr id="24" name="Text 22"/>
          <p:cNvSpPr/>
          <p:nvPr/>
        </p:nvSpPr>
        <p:spPr>
          <a:xfrm>
            <a:off x="484632" y="384048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Effets de transition doux au survol des cartes.</a:t>
            </a:r>
            <a:endParaRPr lang="en-US" sz="1200" dirty="0"/>
          </a:p>
        </p:txBody>
      </p:sp>
      <p:sp>
        <p:nvSpPr>
          <p:cNvPr id="25" name="Shape 23"/>
          <p:cNvSpPr/>
          <p:nvPr/>
        </p:nvSpPr>
        <p:spPr>
          <a:xfrm>
            <a:off x="4709160" y="2926080"/>
            <a:ext cx="4114800" cy="1828800"/>
          </a:xfrm>
          <a:prstGeom prst="roundRect">
            <a:avLst>
              <a:gd name="adj" fmla="val 50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6" name="Shape 24"/>
          <p:cNvSpPr/>
          <p:nvPr/>
        </p:nvSpPr>
        <p:spPr>
          <a:xfrm>
            <a:off x="4873752" y="3127248"/>
            <a:ext cx="658368" cy="658368"/>
          </a:xfrm>
          <a:prstGeom prst="ellipse">
            <a:avLst/>
          </a:prstGeom>
          <a:solidFill>
            <a:srgbClr val="0A58CA"/>
          </a:solidFill>
          <a:ln w="12700">
            <a:solidFill>
              <a:srgbClr val="0A58CA"/>
            </a:solidFill>
            <a:prstDash val="solid"/>
          </a:ln>
        </p:spPr>
        <p:txBody>
          <a:bodyPr/>
          <a:lstStyle/>
          <a:p>
            <a:endParaRPr lang="fr-FR"/>
          </a:p>
        </p:txBody>
      </p:sp>
      <p:sp>
        <p:nvSpPr>
          <p:cNvPr id="27" name="Text 25"/>
          <p:cNvSpPr/>
          <p:nvPr/>
        </p:nvSpPr>
        <p:spPr>
          <a:xfrm>
            <a:off x="4873752" y="3127248"/>
            <a:ext cx="658368" cy="65836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8" name="Text 26"/>
          <p:cNvSpPr/>
          <p:nvPr/>
        </p:nvSpPr>
        <p:spPr>
          <a:xfrm>
            <a:off x="5605272" y="3090672"/>
            <a:ext cx="3063240" cy="384048"/>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Contrôle des contrastes</a:t>
            </a:r>
            <a:endParaRPr lang="en-US" sz="1400" dirty="0"/>
          </a:p>
        </p:txBody>
      </p:sp>
      <p:sp>
        <p:nvSpPr>
          <p:cNvPr id="29" name="Shape 27"/>
          <p:cNvSpPr/>
          <p:nvPr/>
        </p:nvSpPr>
        <p:spPr>
          <a:xfrm>
            <a:off x="5605272" y="3493008"/>
            <a:ext cx="1463040" cy="256032"/>
          </a:xfrm>
          <a:prstGeom prst="roundRect">
            <a:avLst>
              <a:gd name="adj" fmla="val 17857"/>
            </a:avLst>
          </a:prstGeom>
          <a:solidFill>
            <a:srgbClr val="F1F5F9"/>
          </a:solidFill>
          <a:ln w="12700">
            <a:solidFill>
              <a:srgbClr val="E2E8F0"/>
            </a:solidFill>
            <a:prstDash val="solid"/>
          </a:ln>
        </p:spPr>
        <p:txBody>
          <a:bodyPr/>
          <a:lstStyle/>
          <a:p>
            <a:endParaRPr lang="fr-FR"/>
          </a:p>
        </p:txBody>
      </p:sp>
      <p:sp>
        <p:nvSpPr>
          <p:cNvPr id="30" name="Text 28"/>
          <p:cNvSpPr/>
          <p:nvPr/>
        </p:nvSpPr>
        <p:spPr>
          <a:xfrm>
            <a:off x="5605272" y="3493008"/>
            <a:ext cx="1463040" cy="256032"/>
          </a:xfrm>
          <a:prstGeom prst="rect">
            <a:avLst/>
          </a:prstGeom>
          <a:noFill/>
          <a:ln/>
        </p:spPr>
        <p:txBody>
          <a:bodyPr wrap="square" lIns="0" tIns="0" rIns="0" bIns="0" rtlCol="0" anchor="ctr"/>
          <a:lstStyle/>
          <a:p>
            <a:pPr marL="0" indent="0" algn="ctr">
              <a:buNone/>
            </a:pPr>
            <a:r>
              <a:rPr lang="en-US" sz="950" b="1" dirty="0">
                <a:solidFill>
                  <a:srgbClr val="0A58CA"/>
                </a:solidFill>
                <a:latin typeface="Courier New" pitchFamily="34" charset="0"/>
                <a:ea typeface="Courier New" pitchFamily="34" charset="-122"/>
                <a:cs typeface="Courier New" pitchFamily="34" charset="-120"/>
              </a:rPr>
              <a:t>gradient overlay</a:t>
            </a:r>
            <a:endParaRPr lang="en-US" sz="950" dirty="0"/>
          </a:p>
        </p:txBody>
      </p:sp>
      <p:sp>
        <p:nvSpPr>
          <p:cNvPr id="31" name="Text 29"/>
          <p:cNvSpPr/>
          <p:nvPr/>
        </p:nvSpPr>
        <p:spPr>
          <a:xfrm>
            <a:off x="4873752" y="3840480"/>
            <a:ext cx="3794760" cy="80467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Superposition de gradients noirs pour optimiser la lecture sur les images.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7"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7"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7"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1000"/>
                                        <p:tgtEl>
                                          <p:spTgt spid="17"/>
                                        </p:tgtEl>
                                      </p:cBhvr>
                                    </p:animEffect>
                                    <p:anim calcmode="lin" valueType="num">
                                      <p:cBhvr>
                                        <p:cTn id="80" dur="1000" fill="hold"/>
                                        <p:tgtEl>
                                          <p:spTgt spid="17"/>
                                        </p:tgtEl>
                                        <p:attrNameLst>
                                          <p:attrName>ppt_x</p:attrName>
                                        </p:attrNameLst>
                                      </p:cBhvr>
                                      <p:tavLst>
                                        <p:tav tm="0">
                                          <p:val>
                                            <p:strVal val="#ppt_x"/>
                                          </p:val>
                                        </p:tav>
                                        <p:tav tm="100000">
                                          <p:val>
                                            <p:strVal val="#ppt_x"/>
                                          </p:val>
                                        </p:tav>
                                      </p:tavLst>
                                    </p:anim>
                                    <p:anim calcmode="lin" valueType="num">
                                      <p:cBhvr>
                                        <p:cTn id="81" dur="1000" fill="hold"/>
                                        <p:tgtEl>
                                          <p:spTgt spid="17"/>
                                        </p:tgtEl>
                                        <p:attrNameLst>
                                          <p:attrName>ppt_y</p:attrName>
                                        </p:attrNameLst>
                                      </p:cBhvr>
                                      <p:tavLst>
                                        <p:tav tm="0">
                                          <p:val>
                                            <p:strVal val="#ppt_y-.1"/>
                                          </p:val>
                                        </p:tav>
                                        <p:tav tm="100000">
                                          <p:val>
                                            <p:strVal val="#ppt_y"/>
                                          </p:val>
                                        </p:tav>
                                      </p:tavLst>
                                    </p:anim>
                                  </p:childTnLst>
                                </p:cTn>
                              </p:par>
                              <p:par>
                                <p:cTn id="82" presetID="47" presetClass="entr" presetSubtype="0"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1000"/>
                                        <p:tgtEl>
                                          <p:spTgt spid="18"/>
                                        </p:tgtEl>
                                      </p:cBhvr>
                                    </p:animEffect>
                                    <p:anim calcmode="lin" valueType="num">
                                      <p:cBhvr>
                                        <p:cTn id="85" dur="1000" fill="hold"/>
                                        <p:tgtEl>
                                          <p:spTgt spid="18"/>
                                        </p:tgtEl>
                                        <p:attrNameLst>
                                          <p:attrName>ppt_x</p:attrName>
                                        </p:attrNameLst>
                                      </p:cBhvr>
                                      <p:tavLst>
                                        <p:tav tm="0">
                                          <p:val>
                                            <p:strVal val="#ppt_x"/>
                                          </p:val>
                                        </p:tav>
                                        <p:tav tm="100000">
                                          <p:val>
                                            <p:strVal val="#ppt_x"/>
                                          </p:val>
                                        </p:tav>
                                      </p:tavLst>
                                    </p:anim>
                                    <p:anim calcmode="lin" valueType="num">
                                      <p:cBhvr>
                                        <p:cTn id="86" dur="1000" fill="hold"/>
                                        <p:tgtEl>
                                          <p:spTgt spid="18"/>
                                        </p:tgtEl>
                                        <p:attrNameLst>
                                          <p:attrName>ppt_y</p:attrName>
                                        </p:attrNameLst>
                                      </p:cBhvr>
                                      <p:tavLst>
                                        <p:tav tm="0">
                                          <p:val>
                                            <p:strVal val="#ppt_y-.1"/>
                                          </p:val>
                                        </p:tav>
                                        <p:tav tm="100000">
                                          <p:val>
                                            <p:strVal val="#ppt_y"/>
                                          </p:val>
                                        </p:tav>
                                      </p:tavLst>
                                    </p:anim>
                                  </p:childTnLst>
                                </p:cTn>
                              </p:par>
                              <p:par>
                                <p:cTn id="87" presetID="47" presetClass="entr" presetSubtype="0" fill="hold" grpId="0" nodeType="with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fade">
                                      <p:cBhvr>
                                        <p:cTn id="89" dur="1000"/>
                                        <p:tgtEl>
                                          <p:spTgt spid="19"/>
                                        </p:tgtEl>
                                      </p:cBhvr>
                                    </p:animEffect>
                                    <p:anim calcmode="lin" valueType="num">
                                      <p:cBhvr>
                                        <p:cTn id="90" dur="1000" fill="hold"/>
                                        <p:tgtEl>
                                          <p:spTgt spid="19"/>
                                        </p:tgtEl>
                                        <p:attrNameLst>
                                          <p:attrName>ppt_x</p:attrName>
                                        </p:attrNameLst>
                                      </p:cBhvr>
                                      <p:tavLst>
                                        <p:tav tm="0">
                                          <p:val>
                                            <p:strVal val="#ppt_x"/>
                                          </p:val>
                                        </p:tav>
                                        <p:tav tm="100000">
                                          <p:val>
                                            <p:strVal val="#ppt_x"/>
                                          </p:val>
                                        </p:tav>
                                      </p:tavLst>
                                    </p:anim>
                                    <p:anim calcmode="lin" valueType="num">
                                      <p:cBhvr>
                                        <p:cTn id="91" dur="1000" fill="hold"/>
                                        <p:tgtEl>
                                          <p:spTgt spid="19"/>
                                        </p:tgtEl>
                                        <p:attrNameLst>
                                          <p:attrName>ppt_y</p:attrName>
                                        </p:attrNameLst>
                                      </p:cBhvr>
                                      <p:tavLst>
                                        <p:tav tm="0">
                                          <p:val>
                                            <p:strVal val="#ppt_y-.1"/>
                                          </p:val>
                                        </p:tav>
                                        <p:tav tm="100000">
                                          <p:val>
                                            <p:strVal val="#ppt_y"/>
                                          </p:val>
                                        </p:tav>
                                      </p:tavLst>
                                    </p:anim>
                                  </p:childTnLst>
                                </p:cTn>
                              </p:par>
                              <p:par>
                                <p:cTn id="92" presetID="47"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1000"/>
                                        <p:tgtEl>
                                          <p:spTgt spid="20"/>
                                        </p:tgtEl>
                                      </p:cBhvr>
                                    </p:animEffect>
                                    <p:anim calcmode="lin" valueType="num">
                                      <p:cBhvr>
                                        <p:cTn id="95" dur="1000" fill="hold"/>
                                        <p:tgtEl>
                                          <p:spTgt spid="20"/>
                                        </p:tgtEl>
                                        <p:attrNameLst>
                                          <p:attrName>ppt_x</p:attrName>
                                        </p:attrNameLst>
                                      </p:cBhvr>
                                      <p:tavLst>
                                        <p:tav tm="0">
                                          <p:val>
                                            <p:strVal val="#ppt_x"/>
                                          </p:val>
                                        </p:tav>
                                        <p:tav tm="100000">
                                          <p:val>
                                            <p:strVal val="#ppt_x"/>
                                          </p:val>
                                        </p:tav>
                                      </p:tavLst>
                                    </p:anim>
                                    <p:anim calcmode="lin" valueType="num">
                                      <p:cBhvr>
                                        <p:cTn id="96" dur="1000" fill="hold"/>
                                        <p:tgtEl>
                                          <p:spTgt spid="20"/>
                                        </p:tgtEl>
                                        <p:attrNameLst>
                                          <p:attrName>ppt_y</p:attrName>
                                        </p:attrNameLst>
                                      </p:cBhvr>
                                      <p:tavLst>
                                        <p:tav tm="0">
                                          <p:val>
                                            <p:strVal val="#ppt_y-.1"/>
                                          </p:val>
                                        </p:tav>
                                        <p:tav tm="100000">
                                          <p:val>
                                            <p:strVal val="#ppt_y"/>
                                          </p:val>
                                        </p:tav>
                                      </p:tavLst>
                                    </p:anim>
                                  </p:childTnLst>
                                </p:cTn>
                              </p:par>
                              <p:par>
                                <p:cTn id="97" presetID="47" presetClass="entr" presetSubtype="0"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1000"/>
                                        <p:tgtEl>
                                          <p:spTgt spid="21"/>
                                        </p:tgtEl>
                                      </p:cBhvr>
                                    </p:animEffect>
                                    <p:anim calcmode="lin" valueType="num">
                                      <p:cBhvr>
                                        <p:cTn id="100" dur="1000" fill="hold"/>
                                        <p:tgtEl>
                                          <p:spTgt spid="21"/>
                                        </p:tgtEl>
                                        <p:attrNameLst>
                                          <p:attrName>ppt_x</p:attrName>
                                        </p:attrNameLst>
                                      </p:cBhvr>
                                      <p:tavLst>
                                        <p:tav tm="0">
                                          <p:val>
                                            <p:strVal val="#ppt_x"/>
                                          </p:val>
                                        </p:tav>
                                        <p:tav tm="100000">
                                          <p:val>
                                            <p:strVal val="#ppt_x"/>
                                          </p:val>
                                        </p:tav>
                                      </p:tavLst>
                                    </p:anim>
                                    <p:anim calcmode="lin" valueType="num">
                                      <p:cBhvr>
                                        <p:cTn id="101" dur="1000" fill="hold"/>
                                        <p:tgtEl>
                                          <p:spTgt spid="21"/>
                                        </p:tgtEl>
                                        <p:attrNameLst>
                                          <p:attrName>ppt_y</p:attrName>
                                        </p:attrNameLst>
                                      </p:cBhvr>
                                      <p:tavLst>
                                        <p:tav tm="0">
                                          <p:val>
                                            <p:strVal val="#ppt_y-.1"/>
                                          </p:val>
                                        </p:tav>
                                        <p:tav tm="100000">
                                          <p:val>
                                            <p:strVal val="#ppt_y"/>
                                          </p:val>
                                        </p:tav>
                                      </p:tavLst>
                                    </p:anim>
                                  </p:childTnLst>
                                </p:cTn>
                              </p:par>
                              <p:par>
                                <p:cTn id="102" presetID="47" presetClass="entr" presetSubtype="0"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1000"/>
                                        <p:tgtEl>
                                          <p:spTgt spid="22"/>
                                        </p:tgtEl>
                                      </p:cBhvr>
                                    </p:animEffect>
                                    <p:anim calcmode="lin" valueType="num">
                                      <p:cBhvr>
                                        <p:cTn id="105" dur="1000" fill="hold"/>
                                        <p:tgtEl>
                                          <p:spTgt spid="22"/>
                                        </p:tgtEl>
                                        <p:attrNameLst>
                                          <p:attrName>ppt_x</p:attrName>
                                        </p:attrNameLst>
                                      </p:cBhvr>
                                      <p:tavLst>
                                        <p:tav tm="0">
                                          <p:val>
                                            <p:strVal val="#ppt_x"/>
                                          </p:val>
                                        </p:tav>
                                        <p:tav tm="100000">
                                          <p:val>
                                            <p:strVal val="#ppt_x"/>
                                          </p:val>
                                        </p:tav>
                                      </p:tavLst>
                                    </p:anim>
                                    <p:anim calcmode="lin" valueType="num">
                                      <p:cBhvr>
                                        <p:cTn id="106" dur="1000" fill="hold"/>
                                        <p:tgtEl>
                                          <p:spTgt spid="22"/>
                                        </p:tgtEl>
                                        <p:attrNameLst>
                                          <p:attrName>ppt_y</p:attrName>
                                        </p:attrNameLst>
                                      </p:cBhvr>
                                      <p:tavLst>
                                        <p:tav tm="0">
                                          <p:val>
                                            <p:strVal val="#ppt_y-.1"/>
                                          </p:val>
                                        </p:tav>
                                        <p:tav tm="100000">
                                          <p:val>
                                            <p:strVal val="#ppt_y"/>
                                          </p:val>
                                        </p:tav>
                                      </p:tavLst>
                                    </p:anim>
                                  </p:childTnLst>
                                </p:cTn>
                              </p:par>
                              <p:par>
                                <p:cTn id="107" presetID="47"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1000"/>
                                        <p:tgtEl>
                                          <p:spTgt spid="23"/>
                                        </p:tgtEl>
                                      </p:cBhvr>
                                    </p:animEffect>
                                    <p:anim calcmode="lin" valueType="num">
                                      <p:cBhvr>
                                        <p:cTn id="110" dur="1000" fill="hold"/>
                                        <p:tgtEl>
                                          <p:spTgt spid="23"/>
                                        </p:tgtEl>
                                        <p:attrNameLst>
                                          <p:attrName>ppt_x</p:attrName>
                                        </p:attrNameLst>
                                      </p:cBhvr>
                                      <p:tavLst>
                                        <p:tav tm="0">
                                          <p:val>
                                            <p:strVal val="#ppt_x"/>
                                          </p:val>
                                        </p:tav>
                                        <p:tav tm="100000">
                                          <p:val>
                                            <p:strVal val="#ppt_x"/>
                                          </p:val>
                                        </p:tav>
                                      </p:tavLst>
                                    </p:anim>
                                    <p:anim calcmode="lin" valueType="num">
                                      <p:cBhvr>
                                        <p:cTn id="111" dur="1000" fill="hold"/>
                                        <p:tgtEl>
                                          <p:spTgt spid="23"/>
                                        </p:tgtEl>
                                        <p:attrNameLst>
                                          <p:attrName>ppt_y</p:attrName>
                                        </p:attrNameLst>
                                      </p:cBhvr>
                                      <p:tavLst>
                                        <p:tav tm="0">
                                          <p:val>
                                            <p:strVal val="#ppt_y-.1"/>
                                          </p:val>
                                        </p:tav>
                                        <p:tav tm="100000">
                                          <p:val>
                                            <p:strVal val="#ppt_y"/>
                                          </p:val>
                                        </p:tav>
                                      </p:tavLst>
                                    </p:anim>
                                  </p:childTnLst>
                                </p:cTn>
                              </p:par>
                              <p:par>
                                <p:cTn id="112" presetID="47" presetClass="entr" presetSubtype="0" fill="hold" grpId="0" nodeType="withEffect">
                                  <p:stCondLst>
                                    <p:cond delay="0"/>
                                  </p:stCondLst>
                                  <p:childTnLst>
                                    <p:set>
                                      <p:cBhvr>
                                        <p:cTn id="113" dur="1" fill="hold">
                                          <p:stCondLst>
                                            <p:cond delay="0"/>
                                          </p:stCondLst>
                                        </p:cTn>
                                        <p:tgtEl>
                                          <p:spTgt spid="24"/>
                                        </p:tgtEl>
                                        <p:attrNameLst>
                                          <p:attrName>style.visibility</p:attrName>
                                        </p:attrNameLst>
                                      </p:cBhvr>
                                      <p:to>
                                        <p:strVal val="visible"/>
                                      </p:to>
                                    </p:set>
                                    <p:animEffect transition="in" filter="fade">
                                      <p:cBhvr>
                                        <p:cTn id="114" dur="1000"/>
                                        <p:tgtEl>
                                          <p:spTgt spid="24"/>
                                        </p:tgtEl>
                                      </p:cBhvr>
                                    </p:animEffect>
                                    <p:anim calcmode="lin" valueType="num">
                                      <p:cBhvr>
                                        <p:cTn id="115" dur="1000" fill="hold"/>
                                        <p:tgtEl>
                                          <p:spTgt spid="24"/>
                                        </p:tgtEl>
                                        <p:attrNameLst>
                                          <p:attrName>ppt_x</p:attrName>
                                        </p:attrNameLst>
                                      </p:cBhvr>
                                      <p:tavLst>
                                        <p:tav tm="0">
                                          <p:val>
                                            <p:strVal val="#ppt_x"/>
                                          </p:val>
                                        </p:tav>
                                        <p:tav tm="100000">
                                          <p:val>
                                            <p:strVal val="#ppt_x"/>
                                          </p:val>
                                        </p:tav>
                                      </p:tavLst>
                                    </p:anim>
                                    <p:anim calcmode="lin" valueType="num">
                                      <p:cBhvr>
                                        <p:cTn id="116" dur="1000" fill="hold"/>
                                        <p:tgtEl>
                                          <p:spTgt spid="24"/>
                                        </p:tgtEl>
                                        <p:attrNameLst>
                                          <p:attrName>ppt_y</p:attrName>
                                        </p:attrNameLst>
                                      </p:cBhvr>
                                      <p:tavLst>
                                        <p:tav tm="0">
                                          <p:val>
                                            <p:strVal val="#ppt_y-.1"/>
                                          </p:val>
                                        </p:tav>
                                        <p:tav tm="100000">
                                          <p:val>
                                            <p:strVal val="#ppt_y"/>
                                          </p:val>
                                        </p:tav>
                                      </p:tavLst>
                                    </p:anim>
                                  </p:childTnLst>
                                </p:cTn>
                              </p:par>
                              <p:par>
                                <p:cTn id="117" presetID="47" presetClass="entr" presetSubtype="0" fill="hold" grpId="0" nodeType="withEffect">
                                  <p:stCondLst>
                                    <p:cond delay="0"/>
                                  </p:stCondLst>
                                  <p:childTnLst>
                                    <p:set>
                                      <p:cBhvr>
                                        <p:cTn id="118" dur="1" fill="hold">
                                          <p:stCondLst>
                                            <p:cond delay="0"/>
                                          </p:stCondLst>
                                        </p:cTn>
                                        <p:tgtEl>
                                          <p:spTgt spid="25"/>
                                        </p:tgtEl>
                                        <p:attrNameLst>
                                          <p:attrName>style.visibility</p:attrName>
                                        </p:attrNameLst>
                                      </p:cBhvr>
                                      <p:to>
                                        <p:strVal val="visible"/>
                                      </p:to>
                                    </p:set>
                                    <p:animEffect transition="in" filter="fade">
                                      <p:cBhvr>
                                        <p:cTn id="119" dur="1000"/>
                                        <p:tgtEl>
                                          <p:spTgt spid="25"/>
                                        </p:tgtEl>
                                      </p:cBhvr>
                                    </p:animEffect>
                                    <p:anim calcmode="lin" valueType="num">
                                      <p:cBhvr>
                                        <p:cTn id="120" dur="1000" fill="hold"/>
                                        <p:tgtEl>
                                          <p:spTgt spid="25"/>
                                        </p:tgtEl>
                                        <p:attrNameLst>
                                          <p:attrName>ppt_x</p:attrName>
                                        </p:attrNameLst>
                                      </p:cBhvr>
                                      <p:tavLst>
                                        <p:tav tm="0">
                                          <p:val>
                                            <p:strVal val="#ppt_x"/>
                                          </p:val>
                                        </p:tav>
                                        <p:tav tm="100000">
                                          <p:val>
                                            <p:strVal val="#ppt_x"/>
                                          </p:val>
                                        </p:tav>
                                      </p:tavLst>
                                    </p:anim>
                                    <p:anim calcmode="lin" valueType="num">
                                      <p:cBhvr>
                                        <p:cTn id="121" dur="1000" fill="hold"/>
                                        <p:tgtEl>
                                          <p:spTgt spid="25"/>
                                        </p:tgtEl>
                                        <p:attrNameLst>
                                          <p:attrName>ppt_y</p:attrName>
                                        </p:attrNameLst>
                                      </p:cBhvr>
                                      <p:tavLst>
                                        <p:tav tm="0">
                                          <p:val>
                                            <p:strVal val="#ppt_y-.1"/>
                                          </p:val>
                                        </p:tav>
                                        <p:tav tm="100000">
                                          <p:val>
                                            <p:strVal val="#ppt_y"/>
                                          </p:val>
                                        </p:tav>
                                      </p:tavLst>
                                    </p:anim>
                                  </p:childTnLst>
                                </p:cTn>
                              </p:par>
                              <p:par>
                                <p:cTn id="122" presetID="47" presetClass="entr" presetSubtype="0" fill="hold" grpId="0" nodeType="with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fade">
                                      <p:cBhvr>
                                        <p:cTn id="124" dur="1000"/>
                                        <p:tgtEl>
                                          <p:spTgt spid="26"/>
                                        </p:tgtEl>
                                      </p:cBhvr>
                                    </p:animEffect>
                                    <p:anim calcmode="lin" valueType="num">
                                      <p:cBhvr>
                                        <p:cTn id="125" dur="1000" fill="hold"/>
                                        <p:tgtEl>
                                          <p:spTgt spid="26"/>
                                        </p:tgtEl>
                                        <p:attrNameLst>
                                          <p:attrName>ppt_x</p:attrName>
                                        </p:attrNameLst>
                                      </p:cBhvr>
                                      <p:tavLst>
                                        <p:tav tm="0">
                                          <p:val>
                                            <p:strVal val="#ppt_x"/>
                                          </p:val>
                                        </p:tav>
                                        <p:tav tm="100000">
                                          <p:val>
                                            <p:strVal val="#ppt_x"/>
                                          </p:val>
                                        </p:tav>
                                      </p:tavLst>
                                    </p:anim>
                                    <p:anim calcmode="lin" valueType="num">
                                      <p:cBhvr>
                                        <p:cTn id="126" dur="1000" fill="hold"/>
                                        <p:tgtEl>
                                          <p:spTgt spid="26"/>
                                        </p:tgtEl>
                                        <p:attrNameLst>
                                          <p:attrName>ppt_y</p:attrName>
                                        </p:attrNameLst>
                                      </p:cBhvr>
                                      <p:tavLst>
                                        <p:tav tm="0">
                                          <p:val>
                                            <p:strVal val="#ppt_y-.1"/>
                                          </p:val>
                                        </p:tav>
                                        <p:tav tm="100000">
                                          <p:val>
                                            <p:strVal val="#ppt_y"/>
                                          </p:val>
                                        </p:tav>
                                      </p:tavLst>
                                    </p:anim>
                                  </p:childTnLst>
                                </p:cTn>
                              </p:par>
                              <p:par>
                                <p:cTn id="127" presetID="47" presetClass="entr" presetSubtype="0" fill="hold" grpId="0" nodeType="withEffect">
                                  <p:stCondLst>
                                    <p:cond delay="0"/>
                                  </p:stCondLst>
                                  <p:childTnLst>
                                    <p:set>
                                      <p:cBhvr>
                                        <p:cTn id="128" dur="1" fill="hold">
                                          <p:stCondLst>
                                            <p:cond delay="0"/>
                                          </p:stCondLst>
                                        </p:cTn>
                                        <p:tgtEl>
                                          <p:spTgt spid="27"/>
                                        </p:tgtEl>
                                        <p:attrNameLst>
                                          <p:attrName>style.visibility</p:attrName>
                                        </p:attrNameLst>
                                      </p:cBhvr>
                                      <p:to>
                                        <p:strVal val="visible"/>
                                      </p:to>
                                    </p:set>
                                    <p:animEffect transition="in" filter="fade">
                                      <p:cBhvr>
                                        <p:cTn id="129" dur="1000"/>
                                        <p:tgtEl>
                                          <p:spTgt spid="27"/>
                                        </p:tgtEl>
                                      </p:cBhvr>
                                    </p:animEffect>
                                    <p:anim calcmode="lin" valueType="num">
                                      <p:cBhvr>
                                        <p:cTn id="130" dur="1000" fill="hold"/>
                                        <p:tgtEl>
                                          <p:spTgt spid="27"/>
                                        </p:tgtEl>
                                        <p:attrNameLst>
                                          <p:attrName>ppt_x</p:attrName>
                                        </p:attrNameLst>
                                      </p:cBhvr>
                                      <p:tavLst>
                                        <p:tav tm="0">
                                          <p:val>
                                            <p:strVal val="#ppt_x"/>
                                          </p:val>
                                        </p:tav>
                                        <p:tav tm="100000">
                                          <p:val>
                                            <p:strVal val="#ppt_x"/>
                                          </p:val>
                                        </p:tav>
                                      </p:tavLst>
                                    </p:anim>
                                    <p:anim calcmode="lin" valueType="num">
                                      <p:cBhvr>
                                        <p:cTn id="131" dur="1000" fill="hold"/>
                                        <p:tgtEl>
                                          <p:spTgt spid="27"/>
                                        </p:tgtEl>
                                        <p:attrNameLst>
                                          <p:attrName>ppt_y</p:attrName>
                                        </p:attrNameLst>
                                      </p:cBhvr>
                                      <p:tavLst>
                                        <p:tav tm="0">
                                          <p:val>
                                            <p:strVal val="#ppt_y-.1"/>
                                          </p:val>
                                        </p:tav>
                                        <p:tav tm="100000">
                                          <p:val>
                                            <p:strVal val="#ppt_y"/>
                                          </p:val>
                                        </p:tav>
                                      </p:tavLst>
                                    </p:anim>
                                  </p:childTnLst>
                                </p:cTn>
                              </p:par>
                              <p:par>
                                <p:cTn id="132" presetID="47" presetClass="entr" presetSubtype="0" fill="hold" grpId="0" nodeType="with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1000"/>
                                        <p:tgtEl>
                                          <p:spTgt spid="28"/>
                                        </p:tgtEl>
                                      </p:cBhvr>
                                    </p:animEffect>
                                    <p:anim calcmode="lin" valueType="num">
                                      <p:cBhvr>
                                        <p:cTn id="135" dur="1000" fill="hold"/>
                                        <p:tgtEl>
                                          <p:spTgt spid="28"/>
                                        </p:tgtEl>
                                        <p:attrNameLst>
                                          <p:attrName>ppt_x</p:attrName>
                                        </p:attrNameLst>
                                      </p:cBhvr>
                                      <p:tavLst>
                                        <p:tav tm="0">
                                          <p:val>
                                            <p:strVal val="#ppt_x"/>
                                          </p:val>
                                        </p:tav>
                                        <p:tav tm="100000">
                                          <p:val>
                                            <p:strVal val="#ppt_x"/>
                                          </p:val>
                                        </p:tav>
                                      </p:tavLst>
                                    </p:anim>
                                    <p:anim calcmode="lin" valueType="num">
                                      <p:cBhvr>
                                        <p:cTn id="136" dur="1000" fill="hold"/>
                                        <p:tgtEl>
                                          <p:spTgt spid="28"/>
                                        </p:tgtEl>
                                        <p:attrNameLst>
                                          <p:attrName>ppt_y</p:attrName>
                                        </p:attrNameLst>
                                      </p:cBhvr>
                                      <p:tavLst>
                                        <p:tav tm="0">
                                          <p:val>
                                            <p:strVal val="#ppt_y-.1"/>
                                          </p:val>
                                        </p:tav>
                                        <p:tav tm="100000">
                                          <p:val>
                                            <p:strVal val="#ppt_y"/>
                                          </p:val>
                                        </p:tav>
                                      </p:tavLst>
                                    </p:anim>
                                  </p:childTnLst>
                                </p:cTn>
                              </p:par>
                              <p:par>
                                <p:cTn id="137" presetID="47" presetClass="entr" presetSubtype="0" fill="hold" grpId="0" nodeType="withEffect">
                                  <p:stCondLst>
                                    <p:cond delay="0"/>
                                  </p:stCondLst>
                                  <p:childTnLst>
                                    <p:set>
                                      <p:cBhvr>
                                        <p:cTn id="138" dur="1" fill="hold">
                                          <p:stCondLst>
                                            <p:cond delay="0"/>
                                          </p:stCondLst>
                                        </p:cTn>
                                        <p:tgtEl>
                                          <p:spTgt spid="29"/>
                                        </p:tgtEl>
                                        <p:attrNameLst>
                                          <p:attrName>style.visibility</p:attrName>
                                        </p:attrNameLst>
                                      </p:cBhvr>
                                      <p:to>
                                        <p:strVal val="visible"/>
                                      </p:to>
                                    </p:set>
                                    <p:animEffect transition="in" filter="fade">
                                      <p:cBhvr>
                                        <p:cTn id="139" dur="1000"/>
                                        <p:tgtEl>
                                          <p:spTgt spid="29"/>
                                        </p:tgtEl>
                                      </p:cBhvr>
                                    </p:animEffect>
                                    <p:anim calcmode="lin" valueType="num">
                                      <p:cBhvr>
                                        <p:cTn id="140" dur="1000" fill="hold"/>
                                        <p:tgtEl>
                                          <p:spTgt spid="29"/>
                                        </p:tgtEl>
                                        <p:attrNameLst>
                                          <p:attrName>ppt_x</p:attrName>
                                        </p:attrNameLst>
                                      </p:cBhvr>
                                      <p:tavLst>
                                        <p:tav tm="0">
                                          <p:val>
                                            <p:strVal val="#ppt_x"/>
                                          </p:val>
                                        </p:tav>
                                        <p:tav tm="100000">
                                          <p:val>
                                            <p:strVal val="#ppt_x"/>
                                          </p:val>
                                        </p:tav>
                                      </p:tavLst>
                                    </p:anim>
                                    <p:anim calcmode="lin" valueType="num">
                                      <p:cBhvr>
                                        <p:cTn id="141" dur="1000" fill="hold"/>
                                        <p:tgtEl>
                                          <p:spTgt spid="29"/>
                                        </p:tgtEl>
                                        <p:attrNameLst>
                                          <p:attrName>ppt_y</p:attrName>
                                        </p:attrNameLst>
                                      </p:cBhvr>
                                      <p:tavLst>
                                        <p:tav tm="0">
                                          <p:val>
                                            <p:strVal val="#ppt_y-.1"/>
                                          </p:val>
                                        </p:tav>
                                        <p:tav tm="100000">
                                          <p:val>
                                            <p:strVal val="#ppt_y"/>
                                          </p:val>
                                        </p:tav>
                                      </p:tavLst>
                                    </p:anim>
                                  </p:childTnLst>
                                </p:cTn>
                              </p:par>
                              <p:par>
                                <p:cTn id="142" presetID="47" presetClass="entr" presetSubtype="0" fill="hold" grpId="0" nodeType="withEffect">
                                  <p:stCondLst>
                                    <p:cond delay="0"/>
                                  </p:stCondLst>
                                  <p:childTnLst>
                                    <p:set>
                                      <p:cBhvr>
                                        <p:cTn id="143" dur="1" fill="hold">
                                          <p:stCondLst>
                                            <p:cond delay="0"/>
                                          </p:stCondLst>
                                        </p:cTn>
                                        <p:tgtEl>
                                          <p:spTgt spid="30"/>
                                        </p:tgtEl>
                                        <p:attrNameLst>
                                          <p:attrName>style.visibility</p:attrName>
                                        </p:attrNameLst>
                                      </p:cBhvr>
                                      <p:to>
                                        <p:strVal val="visible"/>
                                      </p:to>
                                    </p:set>
                                    <p:animEffect transition="in" filter="fade">
                                      <p:cBhvr>
                                        <p:cTn id="144" dur="1000"/>
                                        <p:tgtEl>
                                          <p:spTgt spid="30"/>
                                        </p:tgtEl>
                                      </p:cBhvr>
                                    </p:animEffect>
                                    <p:anim calcmode="lin" valueType="num">
                                      <p:cBhvr>
                                        <p:cTn id="145" dur="1000" fill="hold"/>
                                        <p:tgtEl>
                                          <p:spTgt spid="30"/>
                                        </p:tgtEl>
                                        <p:attrNameLst>
                                          <p:attrName>ppt_x</p:attrName>
                                        </p:attrNameLst>
                                      </p:cBhvr>
                                      <p:tavLst>
                                        <p:tav tm="0">
                                          <p:val>
                                            <p:strVal val="#ppt_x"/>
                                          </p:val>
                                        </p:tav>
                                        <p:tav tm="100000">
                                          <p:val>
                                            <p:strVal val="#ppt_x"/>
                                          </p:val>
                                        </p:tav>
                                      </p:tavLst>
                                    </p:anim>
                                    <p:anim calcmode="lin" valueType="num">
                                      <p:cBhvr>
                                        <p:cTn id="146" dur="1000" fill="hold"/>
                                        <p:tgtEl>
                                          <p:spTgt spid="30"/>
                                        </p:tgtEl>
                                        <p:attrNameLst>
                                          <p:attrName>ppt_y</p:attrName>
                                        </p:attrNameLst>
                                      </p:cBhvr>
                                      <p:tavLst>
                                        <p:tav tm="0">
                                          <p:val>
                                            <p:strVal val="#ppt_y-.1"/>
                                          </p:val>
                                        </p:tav>
                                        <p:tav tm="100000">
                                          <p:val>
                                            <p:strVal val="#ppt_y"/>
                                          </p:val>
                                        </p:tav>
                                      </p:tavLst>
                                    </p:anim>
                                  </p:childTnLst>
                                </p:cTn>
                              </p:par>
                              <p:par>
                                <p:cTn id="147" presetID="47" presetClass="entr" presetSubtype="0" fill="hold" grpId="0" nodeType="withEffect">
                                  <p:stCondLst>
                                    <p:cond delay="0"/>
                                  </p:stCondLst>
                                  <p:childTnLst>
                                    <p:set>
                                      <p:cBhvr>
                                        <p:cTn id="148" dur="1" fill="hold">
                                          <p:stCondLst>
                                            <p:cond delay="0"/>
                                          </p:stCondLst>
                                        </p:cTn>
                                        <p:tgtEl>
                                          <p:spTgt spid="31"/>
                                        </p:tgtEl>
                                        <p:attrNameLst>
                                          <p:attrName>style.visibility</p:attrName>
                                        </p:attrNameLst>
                                      </p:cBhvr>
                                      <p:to>
                                        <p:strVal val="visible"/>
                                      </p:to>
                                    </p:set>
                                    <p:animEffect transition="in" filter="fade">
                                      <p:cBhvr>
                                        <p:cTn id="149" dur="1000"/>
                                        <p:tgtEl>
                                          <p:spTgt spid="31"/>
                                        </p:tgtEl>
                                      </p:cBhvr>
                                    </p:animEffect>
                                    <p:anim calcmode="lin" valueType="num">
                                      <p:cBhvr>
                                        <p:cTn id="150" dur="1000" fill="hold"/>
                                        <p:tgtEl>
                                          <p:spTgt spid="31"/>
                                        </p:tgtEl>
                                        <p:attrNameLst>
                                          <p:attrName>ppt_x</p:attrName>
                                        </p:attrNameLst>
                                      </p:cBhvr>
                                      <p:tavLst>
                                        <p:tav tm="0">
                                          <p:val>
                                            <p:strVal val="#ppt_x"/>
                                          </p:val>
                                        </p:tav>
                                        <p:tav tm="100000">
                                          <p:val>
                                            <p:strVal val="#ppt_x"/>
                                          </p:val>
                                        </p:tav>
                                      </p:tavLst>
                                    </p:anim>
                                    <p:anim calcmode="lin" valueType="num">
                                      <p:cBhvr>
                                        <p:cTn id="15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B3D"/>
        </a:solidFill>
        <a:effectLst/>
      </p:bgPr>
    </p:bg>
    <p:spTree>
      <p:nvGrpSpPr>
        <p:cNvPr id="1" name=""/>
        <p:cNvGrpSpPr/>
        <p:nvPr/>
      </p:nvGrpSpPr>
      <p:grpSpPr>
        <a:xfrm>
          <a:off x="0" y="0"/>
          <a:ext cx="0" cy="0"/>
          <a:chOff x="0" y="0"/>
          <a:chExt cx="0" cy="0"/>
        </a:xfrm>
      </p:grpSpPr>
      <p:sp>
        <p:nvSpPr>
          <p:cNvPr id="2" name="Shape 0"/>
          <p:cNvSpPr/>
          <p:nvPr/>
        </p:nvSpPr>
        <p:spPr>
          <a:xfrm>
            <a:off x="7132320" y="-731520"/>
            <a:ext cx="2743200" cy="2743200"/>
          </a:xfrm>
          <a:prstGeom prst="ellipse">
            <a:avLst/>
          </a:prstGeom>
          <a:solidFill>
            <a:srgbClr val="0D6EFD">
              <a:alpha val="20000"/>
            </a:srgbClr>
          </a:solidFill>
          <a:ln w="12700">
            <a:solidFill>
              <a:srgbClr val="0D6EFD">
                <a:alpha val="20000"/>
              </a:srgbClr>
            </a:solidFill>
            <a:prstDash val="solid"/>
          </a:ln>
        </p:spPr>
        <p:txBody>
          <a:bodyPr/>
          <a:lstStyle/>
          <a:p>
            <a:endParaRPr lang="fr-FR"/>
          </a:p>
        </p:txBody>
      </p:sp>
      <p:sp>
        <p:nvSpPr>
          <p:cNvPr id="3" name="Shape 1"/>
          <p:cNvSpPr/>
          <p:nvPr/>
        </p:nvSpPr>
        <p:spPr>
          <a:xfrm>
            <a:off x="-457200" y="3200400"/>
            <a:ext cx="1828800" cy="1828800"/>
          </a:xfrm>
          <a:prstGeom prst="ellipse">
            <a:avLst/>
          </a:prstGeom>
          <a:solidFill>
            <a:srgbClr val="E25C38">
              <a:alpha val="18000"/>
            </a:srgbClr>
          </a:solidFill>
          <a:ln w="12700">
            <a:solidFill>
              <a:srgbClr val="E25C38">
                <a:alpha val="18000"/>
              </a:srgbClr>
            </a:solidFill>
            <a:prstDash val="solid"/>
          </a:ln>
        </p:spPr>
        <p:txBody>
          <a:bodyPr/>
          <a:lstStyle/>
          <a:p>
            <a:endParaRPr lang="fr-FR"/>
          </a:p>
        </p:txBody>
      </p:sp>
      <p:sp>
        <p:nvSpPr>
          <p:cNvPr id="4" name="Text 2"/>
          <p:cNvSpPr/>
          <p:nvPr/>
        </p:nvSpPr>
        <p:spPr>
          <a:xfrm>
            <a:off x="457200" y="274320"/>
            <a:ext cx="8229600" cy="59436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GitHub — Versioning et déploiement</a:t>
            </a:r>
            <a:endParaRPr lang="en-US" sz="2400" dirty="0"/>
          </a:p>
        </p:txBody>
      </p:sp>
      <p:sp>
        <p:nvSpPr>
          <p:cNvPr id="5" name="Shape 3"/>
          <p:cNvSpPr/>
          <p:nvPr/>
        </p:nvSpPr>
        <p:spPr>
          <a:xfrm>
            <a:off x="457200" y="1005840"/>
            <a:ext cx="8229600" cy="822960"/>
          </a:xfrm>
          <a:prstGeom prst="roundRect">
            <a:avLst>
              <a:gd name="adj" fmla="val 10000"/>
            </a:avLst>
          </a:prstGeom>
          <a:solidFill>
            <a:srgbClr val="112244"/>
          </a:solidFill>
          <a:ln w="12700">
            <a:solidFill>
              <a:srgbClr val="1E3A6E"/>
            </a:solidFill>
            <a:prstDash val="solid"/>
          </a:ln>
        </p:spPr>
        <p:txBody>
          <a:bodyPr/>
          <a:lstStyle/>
          <a:p>
            <a:endParaRPr lang="fr-FR"/>
          </a:p>
        </p:txBody>
      </p:sp>
      <p:sp>
        <p:nvSpPr>
          <p:cNvPr id="6" name="Shape 4"/>
          <p:cNvSpPr/>
          <p:nvPr/>
        </p:nvSpPr>
        <p:spPr>
          <a:xfrm>
            <a:off x="594360" y="1115568"/>
            <a:ext cx="603504" cy="603504"/>
          </a:xfrm>
          <a:prstGeom prst="ellipse">
            <a:avLst/>
          </a:prstGeom>
          <a:solidFill>
            <a:srgbClr val="0D6EFD"/>
          </a:solidFill>
          <a:ln w="12700">
            <a:solidFill>
              <a:srgbClr val="0D6EFD"/>
            </a:solidFill>
            <a:prstDash val="solid"/>
          </a:ln>
        </p:spPr>
        <p:txBody>
          <a:bodyPr/>
          <a:lstStyle/>
          <a:p>
            <a:endParaRPr lang="fr-FR"/>
          </a:p>
        </p:txBody>
      </p:sp>
      <p:sp>
        <p:nvSpPr>
          <p:cNvPr id="7" name="Text 5"/>
          <p:cNvSpPr/>
          <p:nvPr/>
        </p:nvSpPr>
        <p:spPr>
          <a:xfrm>
            <a:off x="594360" y="1115568"/>
            <a:ext cx="603504" cy="603504"/>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8" name="Text 6"/>
          <p:cNvSpPr/>
          <p:nvPr/>
        </p:nvSpPr>
        <p:spPr>
          <a:xfrm>
            <a:off x="1325880" y="1078992"/>
            <a:ext cx="1920240" cy="347472"/>
          </a:xfrm>
          <a:prstGeom prst="rect">
            <a:avLst/>
          </a:prstGeom>
          <a:noFill/>
          <a:ln/>
        </p:spPr>
        <p:txBody>
          <a:bodyPr wrap="square" rtlCol="0" anchor="ctr"/>
          <a:lstStyle/>
          <a:p>
            <a:pPr marL="0" indent="0">
              <a:buNone/>
            </a:pPr>
            <a:r>
              <a:rPr lang="en-US" sz="1250" b="1" dirty="0">
                <a:solidFill>
                  <a:srgbClr val="60A5FA"/>
                </a:solidFill>
                <a:latin typeface="Calibri" pitchFamily="34" charset="0"/>
                <a:ea typeface="Calibri" pitchFamily="34" charset="-122"/>
                <a:cs typeface="Calibri" pitchFamily="34" charset="-120"/>
              </a:rPr>
              <a:t>Dépôt public :</a:t>
            </a:r>
            <a:endParaRPr lang="en-US" sz="1250" dirty="0"/>
          </a:p>
        </p:txBody>
      </p:sp>
      <p:sp>
        <p:nvSpPr>
          <p:cNvPr id="9" name="Text 7"/>
          <p:cNvSpPr/>
          <p:nvPr/>
        </p:nvSpPr>
        <p:spPr>
          <a:xfrm>
            <a:off x="3246120" y="1078992"/>
            <a:ext cx="530352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Ndiaye-PapaDjiby-AfriTalent</a:t>
            </a:r>
            <a:endParaRPr lang="en-US" sz="1250" dirty="0"/>
          </a:p>
        </p:txBody>
      </p:sp>
      <p:sp>
        <p:nvSpPr>
          <p:cNvPr id="10" name="Shape 8"/>
          <p:cNvSpPr/>
          <p:nvPr/>
        </p:nvSpPr>
        <p:spPr>
          <a:xfrm>
            <a:off x="457200" y="1993392"/>
            <a:ext cx="8229600" cy="822960"/>
          </a:xfrm>
          <a:prstGeom prst="roundRect">
            <a:avLst>
              <a:gd name="adj" fmla="val 10000"/>
            </a:avLst>
          </a:prstGeom>
          <a:solidFill>
            <a:srgbClr val="112244"/>
          </a:solidFill>
          <a:ln w="12700">
            <a:solidFill>
              <a:srgbClr val="1E3A6E"/>
            </a:solidFill>
            <a:prstDash val="solid"/>
          </a:ln>
        </p:spPr>
        <p:txBody>
          <a:bodyPr/>
          <a:lstStyle/>
          <a:p>
            <a:endParaRPr lang="fr-FR"/>
          </a:p>
        </p:txBody>
      </p:sp>
      <p:sp>
        <p:nvSpPr>
          <p:cNvPr id="11" name="Shape 9"/>
          <p:cNvSpPr/>
          <p:nvPr/>
        </p:nvSpPr>
        <p:spPr>
          <a:xfrm>
            <a:off x="594360" y="2103120"/>
            <a:ext cx="603504" cy="603504"/>
          </a:xfrm>
          <a:prstGeom prst="ellipse">
            <a:avLst/>
          </a:prstGeom>
          <a:solidFill>
            <a:srgbClr val="0D6EFD"/>
          </a:solidFill>
          <a:ln w="12700">
            <a:solidFill>
              <a:srgbClr val="0D6EFD"/>
            </a:solidFill>
            <a:prstDash val="solid"/>
          </a:ln>
        </p:spPr>
        <p:txBody>
          <a:bodyPr/>
          <a:lstStyle/>
          <a:p>
            <a:endParaRPr lang="fr-FR"/>
          </a:p>
        </p:txBody>
      </p:sp>
      <p:sp>
        <p:nvSpPr>
          <p:cNvPr id="12" name="Text 10"/>
          <p:cNvSpPr/>
          <p:nvPr/>
        </p:nvSpPr>
        <p:spPr>
          <a:xfrm>
            <a:off x="594360" y="2103120"/>
            <a:ext cx="603504" cy="603504"/>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3" name="Text 11"/>
          <p:cNvSpPr/>
          <p:nvPr/>
        </p:nvSpPr>
        <p:spPr>
          <a:xfrm>
            <a:off x="1325880" y="2066544"/>
            <a:ext cx="1920240" cy="347472"/>
          </a:xfrm>
          <a:prstGeom prst="rect">
            <a:avLst/>
          </a:prstGeom>
          <a:noFill/>
          <a:ln/>
        </p:spPr>
        <p:txBody>
          <a:bodyPr wrap="square" rtlCol="0" anchor="ctr"/>
          <a:lstStyle/>
          <a:p>
            <a:pPr marL="0" indent="0">
              <a:buNone/>
            </a:pPr>
            <a:r>
              <a:rPr lang="en-US" sz="1250" b="1" dirty="0">
                <a:solidFill>
                  <a:srgbClr val="60A5FA"/>
                </a:solidFill>
                <a:latin typeface="Calibri" pitchFamily="34" charset="0"/>
                <a:ea typeface="Calibri" pitchFamily="34" charset="-122"/>
                <a:cs typeface="Calibri" pitchFamily="34" charset="-120"/>
              </a:rPr>
              <a:t>Workflow :</a:t>
            </a:r>
            <a:endParaRPr lang="en-US" sz="1250" dirty="0"/>
          </a:p>
        </p:txBody>
      </p:sp>
      <p:sp>
        <p:nvSpPr>
          <p:cNvPr id="14" name="Text 12"/>
          <p:cNvSpPr/>
          <p:nvPr/>
        </p:nvSpPr>
        <p:spPr>
          <a:xfrm>
            <a:off x="3246120" y="2066544"/>
            <a:ext cx="530352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10 commits décrivant chaque étape</a:t>
            </a:r>
            <a:endParaRPr lang="en-US" sz="1250" dirty="0"/>
          </a:p>
        </p:txBody>
      </p:sp>
      <p:sp>
        <p:nvSpPr>
          <p:cNvPr id="15" name="Shape 13"/>
          <p:cNvSpPr/>
          <p:nvPr/>
        </p:nvSpPr>
        <p:spPr>
          <a:xfrm>
            <a:off x="457200" y="2980944"/>
            <a:ext cx="8229600" cy="822960"/>
          </a:xfrm>
          <a:prstGeom prst="roundRect">
            <a:avLst>
              <a:gd name="adj" fmla="val 10000"/>
            </a:avLst>
          </a:prstGeom>
          <a:solidFill>
            <a:srgbClr val="112244"/>
          </a:solidFill>
          <a:ln w="12700">
            <a:solidFill>
              <a:srgbClr val="1E3A6E"/>
            </a:solidFill>
            <a:prstDash val="solid"/>
          </a:ln>
        </p:spPr>
        <p:txBody>
          <a:bodyPr/>
          <a:lstStyle/>
          <a:p>
            <a:endParaRPr lang="fr-FR"/>
          </a:p>
        </p:txBody>
      </p:sp>
      <p:sp>
        <p:nvSpPr>
          <p:cNvPr id="16" name="Shape 14"/>
          <p:cNvSpPr/>
          <p:nvPr/>
        </p:nvSpPr>
        <p:spPr>
          <a:xfrm>
            <a:off x="594360" y="3090672"/>
            <a:ext cx="603504" cy="603504"/>
          </a:xfrm>
          <a:prstGeom prst="ellipse">
            <a:avLst/>
          </a:prstGeom>
          <a:solidFill>
            <a:srgbClr val="0D6EFD"/>
          </a:solidFill>
          <a:ln w="12700">
            <a:solidFill>
              <a:srgbClr val="0D6EFD"/>
            </a:solidFill>
            <a:prstDash val="solid"/>
          </a:ln>
        </p:spPr>
        <p:txBody>
          <a:bodyPr/>
          <a:lstStyle/>
          <a:p>
            <a:endParaRPr lang="fr-FR"/>
          </a:p>
        </p:txBody>
      </p:sp>
      <p:sp>
        <p:nvSpPr>
          <p:cNvPr id="17" name="Text 15"/>
          <p:cNvSpPr/>
          <p:nvPr/>
        </p:nvSpPr>
        <p:spPr>
          <a:xfrm>
            <a:off x="594360" y="3090672"/>
            <a:ext cx="603504" cy="603504"/>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8" name="Text 16"/>
          <p:cNvSpPr/>
          <p:nvPr/>
        </p:nvSpPr>
        <p:spPr>
          <a:xfrm>
            <a:off x="1325880" y="3054096"/>
            <a:ext cx="1920240" cy="347472"/>
          </a:xfrm>
          <a:prstGeom prst="rect">
            <a:avLst/>
          </a:prstGeom>
          <a:noFill/>
          <a:ln/>
        </p:spPr>
        <p:txBody>
          <a:bodyPr wrap="square" rtlCol="0" anchor="ctr"/>
          <a:lstStyle/>
          <a:p>
            <a:pPr marL="0" indent="0">
              <a:buNone/>
            </a:pPr>
            <a:r>
              <a:rPr lang="en-US" sz="1250" b="1" dirty="0">
                <a:solidFill>
                  <a:srgbClr val="60A5FA"/>
                </a:solidFill>
                <a:latin typeface="Calibri" pitchFamily="34" charset="0"/>
                <a:ea typeface="Calibri" pitchFamily="34" charset="-122"/>
                <a:cs typeface="Calibri" pitchFamily="34" charset="-120"/>
              </a:rPr>
              <a:t>Hébergement :</a:t>
            </a:r>
            <a:endParaRPr lang="en-US" sz="1250" dirty="0"/>
          </a:p>
        </p:txBody>
      </p:sp>
      <p:sp>
        <p:nvSpPr>
          <p:cNvPr id="19" name="Text 17"/>
          <p:cNvSpPr/>
          <p:nvPr/>
        </p:nvSpPr>
        <p:spPr>
          <a:xfrm>
            <a:off x="3246120" y="3054096"/>
            <a:ext cx="530352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GitHub Pages (gratuit, automatisé)</a:t>
            </a:r>
            <a:endParaRPr lang="en-US" sz="1250" dirty="0"/>
          </a:p>
        </p:txBody>
      </p:sp>
      <p:sp>
        <p:nvSpPr>
          <p:cNvPr id="20" name="Shape 18"/>
          <p:cNvSpPr/>
          <p:nvPr/>
        </p:nvSpPr>
        <p:spPr>
          <a:xfrm>
            <a:off x="457200" y="3968496"/>
            <a:ext cx="8229600" cy="822960"/>
          </a:xfrm>
          <a:prstGeom prst="roundRect">
            <a:avLst>
              <a:gd name="adj" fmla="val 10000"/>
            </a:avLst>
          </a:prstGeom>
          <a:solidFill>
            <a:srgbClr val="112244"/>
          </a:solidFill>
          <a:ln w="12700">
            <a:solidFill>
              <a:srgbClr val="1E3A6E"/>
            </a:solidFill>
            <a:prstDash val="solid"/>
          </a:ln>
        </p:spPr>
        <p:txBody>
          <a:bodyPr/>
          <a:lstStyle/>
          <a:p>
            <a:endParaRPr lang="fr-FR"/>
          </a:p>
        </p:txBody>
      </p:sp>
      <p:sp>
        <p:nvSpPr>
          <p:cNvPr id="21" name="Shape 19"/>
          <p:cNvSpPr/>
          <p:nvPr/>
        </p:nvSpPr>
        <p:spPr>
          <a:xfrm>
            <a:off x="594360" y="4078224"/>
            <a:ext cx="603504" cy="603504"/>
          </a:xfrm>
          <a:prstGeom prst="ellipse">
            <a:avLst/>
          </a:prstGeom>
          <a:solidFill>
            <a:srgbClr val="0D6EFD"/>
          </a:solidFill>
          <a:ln w="12700">
            <a:solidFill>
              <a:srgbClr val="0D6EFD"/>
            </a:solidFill>
            <a:prstDash val="solid"/>
          </a:ln>
        </p:spPr>
        <p:txBody>
          <a:bodyPr/>
          <a:lstStyle/>
          <a:p>
            <a:endParaRPr lang="fr-FR"/>
          </a:p>
        </p:txBody>
      </p:sp>
      <p:sp>
        <p:nvSpPr>
          <p:cNvPr id="22" name="Text 20"/>
          <p:cNvSpPr/>
          <p:nvPr/>
        </p:nvSpPr>
        <p:spPr>
          <a:xfrm>
            <a:off x="594360" y="4078224"/>
            <a:ext cx="603504" cy="603504"/>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1325880" y="4041648"/>
            <a:ext cx="1920240" cy="347472"/>
          </a:xfrm>
          <a:prstGeom prst="rect">
            <a:avLst/>
          </a:prstGeom>
          <a:noFill/>
          <a:ln/>
        </p:spPr>
        <p:txBody>
          <a:bodyPr wrap="square" rtlCol="0" anchor="ctr"/>
          <a:lstStyle/>
          <a:p>
            <a:pPr marL="0" indent="0">
              <a:buNone/>
            </a:pPr>
            <a:r>
              <a:rPr lang="en-US" sz="1250" b="1" dirty="0">
                <a:solidFill>
                  <a:srgbClr val="60A5FA"/>
                </a:solidFill>
                <a:latin typeface="Calibri" pitchFamily="34" charset="0"/>
                <a:ea typeface="Calibri" pitchFamily="34" charset="-122"/>
                <a:cs typeface="Calibri" pitchFamily="34" charset="-120"/>
              </a:rPr>
              <a:t>URL Live :</a:t>
            </a:r>
            <a:endParaRPr lang="en-US" sz="1250" dirty="0"/>
          </a:p>
        </p:txBody>
      </p:sp>
      <p:sp>
        <p:nvSpPr>
          <p:cNvPr id="24" name="Text 22"/>
          <p:cNvSpPr/>
          <p:nvPr/>
        </p:nvSpPr>
        <p:spPr>
          <a:xfrm>
            <a:off x="3246120" y="4041648"/>
            <a:ext cx="530352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papadjibyndiaye3-crypto.github.io/Ndiaye-PapaDjiby-AfriTalent/</a:t>
            </a:r>
            <a:endParaRPr lang="en-US" sz="1250" dirty="0"/>
          </a:p>
        </p:txBody>
      </p:sp>
      <p:sp>
        <p:nvSpPr>
          <p:cNvPr id="25" name="Shape 23"/>
          <p:cNvSpPr/>
          <p:nvPr/>
        </p:nvSpPr>
        <p:spPr>
          <a:xfrm>
            <a:off x="2743200" y="4663440"/>
            <a:ext cx="3657600" cy="347472"/>
          </a:xfrm>
          <a:prstGeom prst="roundRect">
            <a:avLst>
              <a:gd name="adj" fmla="val 26316"/>
            </a:avLst>
          </a:prstGeom>
          <a:solidFill>
            <a:srgbClr val="166534"/>
          </a:solidFill>
          <a:ln w="12700">
            <a:solidFill>
              <a:srgbClr val="166534"/>
            </a:solidFill>
            <a:prstDash val="solid"/>
          </a:ln>
        </p:spPr>
        <p:txBody>
          <a:bodyPr/>
          <a:lstStyle/>
          <a:p>
            <a:endParaRPr lang="fr-FR"/>
          </a:p>
        </p:txBody>
      </p:sp>
      <p:sp>
        <p:nvSpPr>
          <p:cNvPr id="26" name="Text 24"/>
          <p:cNvSpPr/>
          <p:nvPr/>
        </p:nvSpPr>
        <p:spPr>
          <a:xfrm>
            <a:off x="2743200" y="4663440"/>
            <a:ext cx="3657600" cy="347472"/>
          </a:xfrm>
          <a:prstGeom prst="rect">
            <a:avLst/>
          </a:prstGeom>
          <a:noFill/>
          <a:ln/>
        </p:spPr>
        <p:txBody>
          <a:bodyPr wrap="square" lIns="0" tIns="0" rIns="0" bIns="0" rtlCol="0" anchor="ctr"/>
          <a:lstStyle/>
          <a:p>
            <a:pPr marL="0" indent="0" algn="ctr">
              <a:buNone/>
            </a:pPr>
            <a:r>
              <a:rPr lang="en-US" sz="1150" b="1" dirty="0">
                <a:solidFill>
                  <a:srgbClr val="BBF7D0"/>
                </a:solidFill>
                <a:latin typeface="Calibri" pitchFamily="34" charset="0"/>
                <a:ea typeface="Calibri" pitchFamily="34" charset="-122"/>
                <a:cs typeface="Calibri" pitchFamily="34" charset="-120"/>
              </a:rPr>
              <a:t>🟢  SITE EN LIGNE — GitHub Pages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500" fill="hold"/>
                                        <p:tgtEl>
                                          <p:spTgt spid="13"/>
                                        </p:tgtEl>
                                        <p:attrNameLst>
                                          <p:attrName>ppt_w</p:attrName>
                                        </p:attrNameLst>
                                      </p:cBhvr>
                                      <p:tavLst>
                                        <p:tav tm="0">
                                          <p:val>
                                            <p:fltVal val="0"/>
                                          </p:val>
                                        </p:tav>
                                        <p:tav tm="100000">
                                          <p:val>
                                            <p:strVal val="#ppt_w"/>
                                          </p:val>
                                        </p:tav>
                                      </p:tavLst>
                                    </p:anim>
                                    <p:anim calcmode="lin" valueType="num">
                                      <p:cBhvr>
                                        <p:cTn id="55" dur="500" fill="hold"/>
                                        <p:tgtEl>
                                          <p:spTgt spid="13"/>
                                        </p:tgtEl>
                                        <p:attrNameLst>
                                          <p:attrName>ppt_h</p:attrName>
                                        </p:attrNameLst>
                                      </p:cBhvr>
                                      <p:tavLst>
                                        <p:tav tm="0">
                                          <p:val>
                                            <p:fltVal val="0"/>
                                          </p:val>
                                        </p:tav>
                                        <p:tav tm="100000">
                                          <p:val>
                                            <p:strVal val="#ppt_h"/>
                                          </p:val>
                                        </p:tav>
                                      </p:tavLst>
                                    </p:anim>
                                    <p:animEffect transition="in" filter="fade">
                                      <p:cBhvr>
                                        <p:cTn id="56" dur="500"/>
                                        <p:tgtEl>
                                          <p:spTgt spid="13"/>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p:cTn id="59" dur="500" fill="hold"/>
                                        <p:tgtEl>
                                          <p:spTgt spid="14"/>
                                        </p:tgtEl>
                                        <p:attrNameLst>
                                          <p:attrName>ppt_w</p:attrName>
                                        </p:attrNameLst>
                                      </p:cBhvr>
                                      <p:tavLst>
                                        <p:tav tm="0">
                                          <p:val>
                                            <p:fltVal val="0"/>
                                          </p:val>
                                        </p:tav>
                                        <p:tav tm="100000">
                                          <p:val>
                                            <p:strVal val="#ppt_w"/>
                                          </p:val>
                                        </p:tav>
                                      </p:tavLst>
                                    </p:anim>
                                    <p:anim calcmode="lin" valueType="num">
                                      <p:cBhvr>
                                        <p:cTn id="60" dur="500" fill="hold"/>
                                        <p:tgtEl>
                                          <p:spTgt spid="14"/>
                                        </p:tgtEl>
                                        <p:attrNameLst>
                                          <p:attrName>ppt_h</p:attrName>
                                        </p:attrNameLst>
                                      </p:cBhvr>
                                      <p:tavLst>
                                        <p:tav tm="0">
                                          <p:val>
                                            <p:fltVal val="0"/>
                                          </p:val>
                                        </p:tav>
                                        <p:tav tm="100000">
                                          <p:val>
                                            <p:strVal val="#ppt_h"/>
                                          </p:val>
                                        </p:tav>
                                      </p:tavLst>
                                    </p:anim>
                                    <p:animEffect transition="in" filter="fade">
                                      <p:cBhvr>
                                        <p:cTn id="61" dur="500"/>
                                        <p:tgtEl>
                                          <p:spTgt spid="14"/>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p:cTn id="64" dur="500" fill="hold"/>
                                        <p:tgtEl>
                                          <p:spTgt spid="15"/>
                                        </p:tgtEl>
                                        <p:attrNameLst>
                                          <p:attrName>ppt_w</p:attrName>
                                        </p:attrNameLst>
                                      </p:cBhvr>
                                      <p:tavLst>
                                        <p:tav tm="0">
                                          <p:val>
                                            <p:fltVal val="0"/>
                                          </p:val>
                                        </p:tav>
                                        <p:tav tm="100000">
                                          <p:val>
                                            <p:strVal val="#ppt_w"/>
                                          </p:val>
                                        </p:tav>
                                      </p:tavLst>
                                    </p:anim>
                                    <p:anim calcmode="lin" valueType="num">
                                      <p:cBhvr>
                                        <p:cTn id="65" dur="500" fill="hold"/>
                                        <p:tgtEl>
                                          <p:spTgt spid="15"/>
                                        </p:tgtEl>
                                        <p:attrNameLst>
                                          <p:attrName>ppt_h</p:attrName>
                                        </p:attrNameLst>
                                      </p:cBhvr>
                                      <p:tavLst>
                                        <p:tav tm="0">
                                          <p:val>
                                            <p:fltVal val="0"/>
                                          </p:val>
                                        </p:tav>
                                        <p:tav tm="100000">
                                          <p:val>
                                            <p:strVal val="#ppt_h"/>
                                          </p:val>
                                        </p:tav>
                                      </p:tavLst>
                                    </p:anim>
                                    <p:animEffect transition="in" filter="fade">
                                      <p:cBhvr>
                                        <p:cTn id="66" dur="500"/>
                                        <p:tgtEl>
                                          <p:spTgt spid="15"/>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500" fill="hold"/>
                                        <p:tgtEl>
                                          <p:spTgt spid="16"/>
                                        </p:tgtEl>
                                        <p:attrNameLst>
                                          <p:attrName>ppt_w</p:attrName>
                                        </p:attrNameLst>
                                      </p:cBhvr>
                                      <p:tavLst>
                                        <p:tav tm="0">
                                          <p:val>
                                            <p:fltVal val="0"/>
                                          </p:val>
                                        </p:tav>
                                        <p:tav tm="100000">
                                          <p:val>
                                            <p:strVal val="#ppt_w"/>
                                          </p:val>
                                        </p:tav>
                                      </p:tavLst>
                                    </p:anim>
                                    <p:anim calcmode="lin" valueType="num">
                                      <p:cBhvr>
                                        <p:cTn id="70" dur="500" fill="hold"/>
                                        <p:tgtEl>
                                          <p:spTgt spid="16"/>
                                        </p:tgtEl>
                                        <p:attrNameLst>
                                          <p:attrName>ppt_h</p:attrName>
                                        </p:attrNameLst>
                                      </p:cBhvr>
                                      <p:tavLst>
                                        <p:tav tm="0">
                                          <p:val>
                                            <p:fltVal val="0"/>
                                          </p:val>
                                        </p:tav>
                                        <p:tav tm="100000">
                                          <p:val>
                                            <p:strVal val="#ppt_h"/>
                                          </p:val>
                                        </p:tav>
                                      </p:tavLst>
                                    </p:anim>
                                    <p:animEffect transition="in" filter="fade">
                                      <p:cBhvr>
                                        <p:cTn id="71" dur="500"/>
                                        <p:tgtEl>
                                          <p:spTgt spid="16"/>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p:cTn id="74" dur="500" fill="hold"/>
                                        <p:tgtEl>
                                          <p:spTgt spid="17"/>
                                        </p:tgtEl>
                                        <p:attrNameLst>
                                          <p:attrName>ppt_w</p:attrName>
                                        </p:attrNameLst>
                                      </p:cBhvr>
                                      <p:tavLst>
                                        <p:tav tm="0">
                                          <p:val>
                                            <p:fltVal val="0"/>
                                          </p:val>
                                        </p:tav>
                                        <p:tav tm="100000">
                                          <p:val>
                                            <p:strVal val="#ppt_w"/>
                                          </p:val>
                                        </p:tav>
                                      </p:tavLst>
                                    </p:anim>
                                    <p:anim calcmode="lin" valueType="num">
                                      <p:cBhvr>
                                        <p:cTn id="75" dur="500" fill="hold"/>
                                        <p:tgtEl>
                                          <p:spTgt spid="17"/>
                                        </p:tgtEl>
                                        <p:attrNameLst>
                                          <p:attrName>ppt_h</p:attrName>
                                        </p:attrNameLst>
                                      </p:cBhvr>
                                      <p:tavLst>
                                        <p:tav tm="0">
                                          <p:val>
                                            <p:fltVal val="0"/>
                                          </p:val>
                                        </p:tav>
                                        <p:tav tm="100000">
                                          <p:val>
                                            <p:strVal val="#ppt_h"/>
                                          </p:val>
                                        </p:tav>
                                      </p:tavLst>
                                    </p:anim>
                                    <p:animEffect transition="in" filter="fade">
                                      <p:cBhvr>
                                        <p:cTn id="76" dur="500"/>
                                        <p:tgtEl>
                                          <p:spTgt spid="17"/>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500" fill="hold"/>
                                        <p:tgtEl>
                                          <p:spTgt spid="18"/>
                                        </p:tgtEl>
                                        <p:attrNameLst>
                                          <p:attrName>ppt_w</p:attrName>
                                        </p:attrNameLst>
                                      </p:cBhvr>
                                      <p:tavLst>
                                        <p:tav tm="0">
                                          <p:val>
                                            <p:fltVal val="0"/>
                                          </p:val>
                                        </p:tav>
                                        <p:tav tm="100000">
                                          <p:val>
                                            <p:strVal val="#ppt_w"/>
                                          </p:val>
                                        </p:tav>
                                      </p:tavLst>
                                    </p:anim>
                                    <p:anim calcmode="lin" valueType="num">
                                      <p:cBhvr>
                                        <p:cTn id="80" dur="500" fill="hold"/>
                                        <p:tgtEl>
                                          <p:spTgt spid="18"/>
                                        </p:tgtEl>
                                        <p:attrNameLst>
                                          <p:attrName>ppt_h</p:attrName>
                                        </p:attrNameLst>
                                      </p:cBhvr>
                                      <p:tavLst>
                                        <p:tav tm="0">
                                          <p:val>
                                            <p:fltVal val="0"/>
                                          </p:val>
                                        </p:tav>
                                        <p:tav tm="100000">
                                          <p:val>
                                            <p:strVal val="#ppt_h"/>
                                          </p:val>
                                        </p:tav>
                                      </p:tavLst>
                                    </p:anim>
                                    <p:animEffect transition="in" filter="fade">
                                      <p:cBhvr>
                                        <p:cTn id="81" dur="500"/>
                                        <p:tgtEl>
                                          <p:spTgt spid="18"/>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500" fill="hold"/>
                                        <p:tgtEl>
                                          <p:spTgt spid="19"/>
                                        </p:tgtEl>
                                        <p:attrNameLst>
                                          <p:attrName>ppt_w</p:attrName>
                                        </p:attrNameLst>
                                      </p:cBhvr>
                                      <p:tavLst>
                                        <p:tav tm="0">
                                          <p:val>
                                            <p:fltVal val="0"/>
                                          </p:val>
                                        </p:tav>
                                        <p:tav tm="100000">
                                          <p:val>
                                            <p:strVal val="#ppt_w"/>
                                          </p:val>
                                        </p:tav>
                                      </p:tavLst>
                                    </p:anim>
                                    <p:anim calcmode="lin" valueType="num">
                                      <p:cBhvr>
                                        <p:cTn id="85" dur="500" fill="hold"/>
                                        <p:tgtEl>
                                          <p:spTgt spid="19"/>
                                        </p:tgtEl>
                                        <p:attrNameLst>
                                          <p:attrName>ppt_h</p:attrName>
                                        </p:attrNameLst>
                                      </p:cBhvr>
                                      <p:tavLst>
                                        <p:tav tm="0">
                                          <p:val>
                                            <p:fltVal val="0"/>
                                          </p:val>
                                        </p:tav>
                                        <p:tav tm="100000">
                                          <p:val>
                                            <p:strVal val="#ppt_h"/>
                                          </p:val>
                                        </p:tav>
                                      </p:tavLst>
                                    </p:anim>
                                    <p:animEffect transition="in" filter="fade">
                                      <p:cBhvr>
                                        <p:cTn id="86" dur="500"/>
                                        <p:tgtEl>
                                          <p:spTgt spid="19"/>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p:cTn id="89" dur="500" fill="hold"/>
                                        <p:tgtEl>
                                          <p:spTgt spid="20"/>
                                        </p:tgtEl>
                                        <p:attrNameLst>
                                          <p:attrName>ppt_w</p:attrName>
                                        </p:attrNameLst>
                                      </p:cBhvr>
                                      <p:tavLst>
                                        <p:tav tm="0">
                                          <p:val>
                                            <p:fltVal val="0"/>
                                          </p:val>
                                        </p:tav>
                                        <p:tav tm="100000">
                                          <p:val>
                                            <p:strVal val="#ppt_w"/>
                                          </p:val>
                                        </p:tav>
                                      </p:tavLst>
                                    </p:anim>
                                    <p:anim calcmode="lin" valueType="num">
                                      <p:cBhvr>
                                        <p:cTn id="90" dur="500" fill="hold"/>
                                        <p:tgtEl>
                                          <p:spTgt spid="20"/>
                                        </p:tgtEl>
                                        <p:attrNameLst>
                                          <p:attrName>ppt_h</p:attrName>
                                        </p:attrNameLst>
                                      </p:cBhvr>
                                      <p:tavLst>
                                        <p:tav tm="0">
                                          <p:val>
                                            <p:fltVal val="0"/>
                                          </p:val>
                                        </p:tav>
                                        <p:tav tm="100000">
                                          <p:val>
                                            <p:strVal val="#ppt_h"/>
                                          </p:val>
                                        </p:tav>
                                      </p:tavLst>
                                    </p:anim>
                                    <p:animEffect transition="in" filter="fade">
                                      <p:cBhvr>
                                        <p:cTn id="91" dur="500"/>
                                        <p:tgtEl>
                                          <p:spTgt spid="20"/>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p:cTn id="94" dur="500" fill="hold"/>
                                        <p:tgtEl>
                                          <p:spTgt spid="21"/>
                                        </p:tgtEl>
                                        <p:attrNameLst>
                                          <p:attrName>ppt_w</p:attrName>
                                        </p:attrNameLst>
                                      </p:cBhvr>
                                      <p:tavLst>
                                        <p:tav tm="0">
                                          <p:val>
                                            <p:fltVal val="0"/>
                                          </p:val>
                                        </p:tav>
                                        <p:tav tm="100000">
                                          <p:val>
                                            <p:strVal val="#ppt_w"/>
                                          </p:val>
                                        </p:tav>
                                      </p:tavLst>
                                    </p:anim>
                                    <p:anim calcmode="lin" valueType="num">
                                      <p:cBhvr>
                                        <p:cTn id="95" dur="500" fill="hold"/>
                                        <p:tgtEl>
                                          <p:spTgt spid="21"/>
                                        </p:tgtEl>
                                        <p:attrNameLst>
                                          <p:attrName>ppt_h</p:attrName>
                                        </p:attrNameLst>
                                      </p:cBhvr>
                                      <p:tavLst>
                                        <p:tav tm="0">
                                          <p:val>
                                            <p:fltVal val="0"/>
                                          </p:val>
                                        </p:tav>
                                        <p:tav tm="100000">
                                          <p:val>
                                            <p:strVal val="#ppt_h"/>
                                          </p:val>
                                        </p:tav>
                                      </p:tavLst>
                                    </p:anim>
                                    <p:animEffect transition="in" filter="fade">
                                      <p:cBhvr>
                                        <p:cTn id="96" dur="500"/>
                                        <p:tgtEl>
                                          <p:spTgt spid="21"/>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p:cTn id="99" dur="500" fill="hold"/>
                                        <p:tgtEl>
                                          <p:spTgt spid="22"/>
                                        </p:tgtEl>
                                        <p:attrNameLst>
                                          <p:attrName>ppt_w</p:attrName>
                                        </p:attrNameLst>
                                      </p:cBhvr>
                                      <p:tavLst>
                                        <p:tav tm="0">
                                          <p:val>
                                            <p:fltVal val="0"/>
                                          </p:val>
                                        </p:tav>
                                        <p:tav tm="100000">
                                          <p:val>
                                            <p:strVal val="#ppt_w"/>
                                          </p:val>
                                        </p:tav>
                                      </p:tavLst>
                                    </p:anim>
                                    <p:anim calcmode="lin" valueType="num">
                                      <p:cBhvr>
                                        <p:cTn id="100" dur="500" fill="hold"/>
                                        <p:tgtEl>
                                          <p:spTgt spid="22"/>
                                        </p:tgtEl>
                                        <p:attrNameLst>
                                          <p:attrName>ppt_h</p:attrName>
                                        </p:attrNameLst>
                                      </p:cBhvr>
                                      <p:tavLst>
                                        <p:tav tm="0">
                                          <p:val>
                                            <p:fltVal val="0"/>
                                          </p:val>
                                        </p:tav>
                                        <p:tav tm="100000">
                                          <p:val>
                                            <p:strVal val="#ppt_h"/>
                                          </p:val>
                                        </p:tav>
                                      </p:tavLst>
                                    </p:anim>
                                    <p:animEffect transition="in" filter="fade">
                                      <p:cBhvr>
                                        <p:cTn id="101" dur="500"/>
                                        <p:tgtEl>
                                          <p:spTgt spid="22"/>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500" fill="hold"/>
                                        <p:tgtEl>
                                          <p:spTgt spid="23"/>
                                        </p:tgtEl>
                                        <p:attrNameLst>
                                          <p:attrName>ppt_w</p:attrName>
                                        </p:attrNameLst>
                                      </p:cBhvr>
                                      <p:tavLst>
                                        <p:tav tm="0">
                                          <p:val>
                                            <p:fltVal val="0"/>
                                          </p:val>
                                        </p:tav>
                                        <p:tav tm="100000">
                                          <p:val>
                                            <p:strVal val="#ppt_w"/>
                                          </p:val>
                                        </p:tav>
                                      </p:tavLst>
                                    </p:anim>
                                    <p:anim calcmode="lin" valueType="num">
                                      <p:cBhvr>
                                        <p:cTn id="105" dur="500" fill="hold"/>
                                        <p:tgtEl>
                                          <p:spTgt spid="23"/>
                                        </p:tgtEl>
                                        <p:attrNameLst>
                                          <p:attrName>ppt_h</p:attrName>
                                        </p:attrNameLst>
                                      </p:cBhvr>
                                      <p:tavLst>
                                        <p:tav tm="0">
                                          <p:val>
                                            <p:fltVal val="0"/>
                                          </p:val>
                                        </p:tav>
                                        <p:tav tm="100000">
                                          <p:val>
                                            <p:strVal val="#ppt_h"/>
                                          </p:val>
                                        </p:tav>
                                      </p:tavLst>
                                    </p:anim>
                                    <p:animEffect transition="in" filter="fade">
                                      <p:cBhvr>
                                        <p:cTn id="106" dur="500"/>
                                        <p:tgtEl>
                                          <p:spTgt spid="23"/>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p:cTn id="109" dur="500" fill="hold"/>
                                        <p:tgtEl>
                                          <p:spTgt spid="24"/>
                                        </p:tgtEl>
                                        <p:attrNameLst>
                                          <p:attrName>ppt_w</p:attrName>
                                        </p:attrNameLst>
                                      </p:cBhvr>
                                      <p:tavLst>
                                        <p:tav tm="0">
                                          <p:val>
                                            <p:fltVal val="0"/>
                                          </p:val>
                                        </p:tav>
                                        <p:tav tm="100000">
                                          <p:val>
                                            <p:strVal val="#ppt_w"/>
                                          </p:val>
                                        </p:tav>
                                      </p:tavLst>
                                    </p:anim>
                                    <p:anim calcmode="lin" valueType="num">
                                      <p:cBhvr>
                                        <p:cTn id="110" dur="500" fill="hold"/>
                                        <p:tgtEl>
                                          <p:spTgt spid="24"/>
                                        </p:tgtEl>
                                        <p:attrNameLst>
                                          <p:attrName>ppt_h</p:attrName>
                                        </p:attrNameLst>
                                      </p:cBhvr>
                                      <p:tavLst>
                                        <p:tav tm="0">
                                          <p:val>
                                            <p:fltVal val="0"/>
                                          </p:val>
                                        </p:tav>
                                        <p:tav tm="100000">
                                          <p:val>
                                            <p:strVal val="#ppt_h"/>
                                          </p:val>
                                        </p:tav>
                                      </p:tavLst>
                                    </p:anim>
                                    <p:animEffect transition="in" filter="fade">
                                      <p:cBhvr>
                                        <p:cTn id="111" dur="500"/>
                                        <p:tgtEl>
                                          <p:spTgt spid="24"/>
                                        </p:tgtEl>
                                      </p:cBhvr>
                                    </p:animEffect>
                                  </p:childTnLst>
                                </p:cTn>
                              </p:par>
                            </p:childTnLst>
                          </p:cTn>
                        </p:par>
                      </p:childTnLst>
                    </p:cTn>
                  </p:par>
                  <p:par>
                    <p:cTn id="112" fill="hold">
                      <p:stCondLst>
                        <p:cond delay="indefinite"/>
                      </p:stCondLst>
                      <p:childTnLst>
                        <p:par>
                          <p:cTn id="113" fill="hold">
                            <p:stCondLst>
                              <p:cond delay="0"/>
                            </p:stCondLst>
                            <p:childTnLst>
                              <p:par>
                                <p:cTn id="114" presetID="6" presetClass="entr" presetSubtype="16" fill="hold" grpId="0" nodeType="click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circle(in)">
                                      <p:cBhvr>
                                        <p:cTn id="116" dur="2000"/>
                                        <p:tgtEl>
                                          <p:spTgt spid="25"/>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26"/>
                                        </p:tgtEl>
                                        <p:attrNameLst>
                                          <p:attrName>style.visibility</p:attrName>
                                        </p:attrNameLst>
                                      </p:cBhvr>
                                      <p:to>
                                        <p:strVal val="visible"/>
                                      </p:to>
                                    </p:set>
                                    <p:anim calcmode="lin" valueType="num">
                                      <p:cBhvr>
                                        <p:cTn id="119" dur="500" fill="hold"/>
                                        <p:tgtEl>
                                          <p:spTgt spid="26"/>
                                        </p:tgtEl>
                                        <p:attrNameLst>
                                          <p:attrName>ppt_w</p:attrName>
                                        </p:attrNameLst>
                                      </p:cBhvr>
                                      <p:tavLst>
                                        <p:tav tm="0">
                                          <p:val>
                                            <p:fltVal val="0"/>
                                          </p:val>
                                        </p:tav>
                                        <p:tav tm="100000">
                                          <p:val>
                                            <p:strVal val="#ppt_w"/>
                                          </p:val>
                                        </p:tav>
                                      </p:tavLst>
                                    </p:anim>
                                    <p:anim calcmode="lin" valueType="num">
                                      <p:cBhvr>
                                        <p:cTn id="120" dur="500" fill="hold"/>
                                        <p:tgtEl>
                                          <p:spTgt spid="26"/>
                                        </p:tgtEl>
                                        <p:attrNameLst>
                                          <p:attrName>ppt_h</p:attrName>
                                        </p:attrNameLst>
                                      </p:cBhvr>
                                      <p:tavLst>
                                        <p:tav tm="0">
                                          <p:val>
                                            <p:fltVal val="0"/>
                                          </p:val>
                                        </p:tav>
                                        <p:tav tm="100000">
                                          <p:val>
                                            <p:strVal val="#ppt_h"/>
                                          </p:val>
                                        </p:tav>
                                      </p:tavLst>
                                    </p:anim>
                                    <p:animEffect transition="in" filter="fade">
                                      <p:cBhvr>
                                        <p:cTn id="1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Difficultés rencontrées et solutions</a:t>
            </a:r>
            <a:endParaRPr lang="en-US" sz="2200" dirty="0"/>
          </a:p>
        </p:txBody>
      </p:sp>
      <p:sp>
        <p:nvSpPr>
          <p:cNvPr id="4" name="Shape 2"/>
          <p:cNvSpPr/>
          <p:nvPr/>
        </p:nvSpPr>
        <p:spPr>
          <a:xfrm>
            <a:off x="320040" y="914400"/>
            <a:ext cx="4160520" cy="1234440"/>
          </a:xfrm>
          <a:prstGeom prst="roundRect">
            <a:avLst>
              <a:gd name="adj" fmla="val 7407"/>
            </a:avLst>
          </a:prstGeom>
          <a:solidFill>
            <a:srgbClr val="FFF5F2"/>
          </a:solidFill>
          <a:ln w="12700">
            <a:solidFill>
              <a:srgbClr val="FED7C7"/>
            </a:solidFill>
            <a:prstDash val="solid"/>
          </a:ln>
        </p:spPr>
        <p:txBody>
          <a:bodyPr/>
          <a:lstStyle/>
          <a:p>
            <a:endParaRPr lang="fr-FR"/>
          </a:p>
        </p:txBody>
      </p:sp>
      <p:sp>
        <p:nvSpPr>
          <p:cNvPr id="5" name="Shape 3"/>
          <p:cNvSpPr/>
          <p:nvPr/>
        </p:nvSpPr>
        <p:spPr>
          <a:xfrm>
            <a:off x="457200" y="1024128"/>
            <a:ext cx="594360" cy="594360"/>
          </a:xfrm>
          <a:prstGeom prst="ellipse">
            <a:avLst/>
          </a:prstGeom>
          <a:solidFill>
            <a:srgbClr val="E25C38"/>
          </a:solidFill>
          <a:ln w="12700">
            <a:solidFill>
              <a:srgbClr val="E25C38"/>
            </a:solidFill>
            <a:prstDash val="solid"/>
          </a:ln>
        </p:spPr>
        <p:txBody>
          <a:bodyPr/>
          <a:lstStyle/>
          <a:p>
            <a:endParaRPr lang="fr-FR"/>
          </a:p>
        </p:txBody>
      </p:sp>
      <p:sp>
        <p:nvSpPr>
          <p:cNvPr id="6" name="Text 4"/>
          <p:cNvSpPr/>
          <p:nvPr/>
        </p:nvSpPr>
        <p:spPr>
          <a:xfrm>
            <a:off x="457200" y="1024128"/>
            <a:ext cx="594360" cy="5943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7" name="Text 5"/>
          <p:cNvSpPr/>
          <p:nvPr/>
        </p:nvSpPr>
        <p:spPr>
          <a:xfrm>
            <a:off x="1143000" y="987552"/>
            <a:ext cx="3200400" cy="274320"/>
          </a:xfrm>
          <a:prstGeom prst="rect">
            <a:avLst/>
          </a:prstGeom>
          <a:noFill/>
          <a:ln/>
        </p:spPr>
        <p:txBody>
          <a:bodyPr wrap="square" rtlCol="0" anchor="ctr"/>
          <a:lstStyle/>
          <a:p>
            <a:pPr marL="0" indent="0">
              <a:buNone/>
            </a:pPr>
            <a:r>
              <a:rPr lang="en-US" sz="1050" b="1" dirty="0">
                <a:solidFill>
                  <a:srgbClr val="E25C38"/>
                </a:solidFill>
                <a:latin typeface="Calibri" pitchFamily="34" charset="0"/>
                <a:ea typeface="Calibri" pitchFamily="34" charset="-122"/>
                <a:cs typeface="Calibri" pitchFamily="34" charset="-120"/>
              </a:rPr>
              <a:t>Problème</a:t>
            </a:r>
            <a:endParaRPr lang="en-US" sz="1050" dirty="0"/>
          </a:p>
        </p:txBody>
      </p:sp>
      <p:sp>
        <p:nvSpPr>
          <p:cNvPr id="8" name="Text 6"/>
          <p:cNvSpPr/>
          <p:nvPr/>
        </p:nvSpPr>
        <p:spPr>
          <a:xfrm>
            <a:off x="1143000" y="1261872"/>
            <a:ext cx="3200400"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Conflit de styles : Bootstrap écrasait mes designs personnalisés.</a:t>
            </a:r>
            <a:endParaRPr lang="en-US" sz="1200" dirty="0"/>
          </a:p>
        </p:txBody>
      </p:sp>
      <p:sp>
        <p:nvSpPr>
          <p:cNvPr id="9" name="Text 7"/>
          <p:cNvSpPr/>
          <p:nvPr/>
        </p:nvSpPr>
        <p:spPr>
          <a:xfrm>
            <a:off x="4572000" y="1325880"/>
            <a:ext cx="457200" cy="457200"/>
          </a:xfrm>
          <a:prstGeom prst="rect">
            <a:avLst/>
          </a:prstGeom>
          <a:noFill/>
          <a:ln/>
        </p:spPr>
        <p:txBody>
          <a:bodyPr wrap="square" rtlCol="0" anchor="ctr"/>
          <a:lstStyle/>
          <a:p>
            <a:pPr marL="0" indent="0" algn="ctr">
              <a:buNone/>
            </a:pPr>
            <a:r>
              <a:rPr lang="en-US" sz="2200" dirty="0">
                <a:solidFill>
                  <a:srgbClr val="0D6EFD"/>
                </a:solidFill>
              </a:rPr>
              <a:t>→</a:t>
            </a:r>
            <a:endParaRPr lang="en-US" sz="2200" dirty="0"/>
          </a:p>
        </p:txBody>
      </p:sp>
      <p:sp>
        <p:nvSpPr>
          <p:cNvPr id="10" name="Shape 8"/>
          <p:cNvSpPr/>
          <p:nvPr/>
        </p:nvSpPr>
        <p:spPr>
          <a:xfrm>
            <a:off x="5074920" y="914400"/>
            <a:ext cx="3749040" cy="1234440"/>
          </a:xfrm>
          <a:prstGeom prst="roundRect">
            <a:avLst>
              <a:gd name="adj" fmla="val 7407"/>
            </a:avLst>
          </a:prstGeom>
          <a:solidFill>
            <a:srgbClr val="EFF6FF"/>
          </a:solidFill>
          <a:ln w="12700">
            <a:solidFill>
              <a:srgbClr val="DBEAFE"/>
            </a:solidFill>
            <a:prstDash val="solid"/>
          </a:ln>
        </p:spPr>
        <p:txBody>
          <a:bodyPr/>
          <a:lstStyle/>
          <a:p>
            <a:endParaRPr lang="fr-FR"/>
          </a:p>
        </p:txBody>
      </p:sp>
      <p:sp>
        <p:nvSpPr>
          <p:cNvPr id="11" name="Text 9"/>
          <p:cNvSpPr/>
          <p:nvPr/>
        </p:nvSpPr>
        <p:spPr>
          <a:xfrm>
            <a:off x="5212080" y="987552"/>
            <a:ext cx="3456432" cy="274320"/>
          </a:xfrm>
          <a:prstGeom prst="rect">
            <a:avLst/>
          </a:prstGeom>
          <a:noFill/>
          <a:ln/>
        </p:spPr>
        <p:txBody>
          <a:bodyPr wrap="square" rtlCol="0" anchor="ctr"/>
          <a:lstStyle/>
          <a:p>
            <a:pPr marL="0" indent="0">
              <a:buNone/>
            </a:pPr>
            <a:r>
              <a:rPr lang="en-US" sz="1050" b="1" dirty="0">
                <a:solidFill>
                  <a:srgbClr val="0D6EFD"/>
                </a:solidFill>
                <a:latin typeface="Calibri" pitchFamily="34" charset="0"/>
                <a:ea typeface="Calibri" pitchFamily="34" charset="-122"/>
                <a:cs typeface="Calibri" pitchFamily="34" charset="-120"/>
              </a:rPr>
              <a:t>✅  Solution</a:t>
            </a:r>
            <a:endParaRPr lang="en-US" sz="1050" dirty="0"/>
          </a:p>
        </p:txBody>
      </p:sp>
      <p:sp>
        <p:nvSpPr>
          <p:cNvPr id="12" name="Text 10"/>
          <p:cNvSpPr/>
          <p:nvPr/>
        </p:nvSpPr>
        <p:spPr>
          <a:xfrm>
            <a:off x="5212080" y="1261872"/>
            <a:ext cx="345643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Résolu via spécificité CSS (sélecteurs plus précis).</a:t>
            </a:r>
            <a:endParaRPr lang="en-US" sz="1200" dirty="0"/>
          </a:p>
        </p:txBody>
      </p:sp>
      <p:sp>
        <p:nvSpPr>
          <p:cNvPr id="13" name="Shape 11"/>
          <p:cNvSpPr/>
          <p:nvPr/>
        </p:nvSpPr>
        <p:spPr>
          <a:xfrm>
            <a:off x="320040" y="2331720"/>
            <a:ext cx="4160520" cy="1234440"/>
          </a:xfrm>
          <a:prstGeom prst="roundRect">
            <a:avLst>
              <a:gd name="adj" fmla="val 7407"/>
            </a:avLst>
          </a:prstGeom>
          <a:solidFill>
            <a:srgbClr val="FFF5F2"/>
          </a:solidFill>
          <a:ln w="12700">
            <a:solidFill>
              <a:srgbClr val="FED7C7"/>
            </a:solidFill>
            <a:prstDash val="solid"/>
          </a:ln>
        </p:spPr>
        <p:txBody>
          <a:bodyPr/>
          <a:lstStyle/>
          <a:p>
            <a:endParaRPr lang="fr-FR"/>
          </a:p>
        </p:txBody>
      </p:sp>
      <p:sp>
        <p:nvSpPr>
          <p:cNvPr id="14" name="Shape 12"/>
          <p:cNvSpPr/>
          <p:nvPr/>
        </p:nvSpPr>
        <p:spPr>
          <a:xfrm>
            <a:off x="457200" y="2441448"/>
            <a:ext cx="594360" cy="594360"/>
          </a:xfrm>
          <a:prstGeom prst="ellipse">
            <a:avLst/>
          </a:prstGeom>
          <a:solidFill>
            <a:srgbClr val="E25C38"/>
          </a:solidFill>
          <a:ln w="12700">
            <a:solidFill>
              <a:srgbClr val="E25C38"/>
            </a:solidFill>
            <a:prstDash val="solid"/>
          </a:ln>
        </p:spPr>
        <p:txBody>
          <a:bodyPr/>
          <a:lstStyle/>
          <a:p>
            <a:endParaRPr lang="fr-FR"/>
          </a:p>
        </p:txBody>
      </p:sp>
      <p:sp>
        <p:nvSpPr>
          <p:cNvPr id="15" name="Text 13"/>
          <p:cNvSpPr/>
          <p:nvPr/>
        </p:nvSpPr>
        <p:spPr>
          <a:xfrm>
            <a:off x="457200" y="2441448"/>
            <a:ext cx="594360" cy="5943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6" name="Text 14"/>
          <p:cNvSpPr/>
          <p:nvPr/>
        </p:nvSpPr>
        <p:spPr>
          <a:xfrm>
            <a:off x="1143000" y="2404872"/>
            <a:ext cx="3200400" cy="274320"/>
          </a:xfrm>
          <a:prstGeom prst="rect">
            <a:avLst/>
          </a:prstGeom>
          <a:noFill/>
          <a:ln/>
        </p:spPr>
        <p:txBody>
          <a:bodyPr wrap="square" rtlCol="0" anchor="ctr"/>
          <a:lstStyle/>
          <a:p>
            <a:pPr marL="0" indent="0">
              <a:buNone/>
            </a:pPr>
            <a:r>
              <a:rPr lang="en-US" sz="1050" b="1" dirty="0">
                <a:solidFill>
                  <a:srgbClr val="E25C38"/>
                </a:solidFill>
                <a:latin typeface="Calibri" pitchFamily="34" charset="0"/>
                <a:ea typeface="Calibri" pitchFamily="34" charset="-122"/>
                <a:cs typeface="Calibri" pitchFamily="34" charset="-120"/>
              </a:rPr>
              <a:t>Problème</a:t>
            </a:r>
            <a:endParaRPr lang="en-US" sz="1050" dirty="0"/>
          </a:p>
        </p:txBody>
      </p:sp>
      <p:sp>
        <p:nvSpPr>
          <p:cNvPr id="17" name="Text 15"/>
          <p:cNvSpPr/>
          <p:nvPr/>
        </p:nvSpPr>
        <p:spPr>
          <a:xfrm>
            <a:off x="1143000" y="2679192"/>
            <a:ext cx="3200400"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Alignement des boutons : hauteurs de cartes asymétriques à cause du texte.</a:t>
            </a:r>
            <a:endParaRPr lang="en-US" sz="1200" dirty="0"/>
          </a:p>
        </p:txBody>
      </p:sp>
      <p:sp>
        <p:nvSpPr>
          <p:cNvPr id="18" name="Text 16"/>
          <p:cNvSpPr/>
          <p:nvPr/>
        </p:nvSpPr>
        <p:spPr>
          <a:xfrm>
            <a:off x="4572000" y="2743200"/>
            <a:ext cx="457200" cy="457200"/>
          </a:xfrm>
          <a:prstGeom prst="rect">
            <a:avLst/>
          </a:prstGeom>
          <a:noFill/>
          <a:ln/>
        </p:spPr>
        <p:txBody>
          <a:bodyPr wrap="square" rtlCol="0" anchor="ctr"/>
          <a:lstStyle/>
          <a:p>
            <a:pPr marL="0" indent="0" algn="ctr">
              <a:buNone/>
            </a:pPr>
            <a:r>
              <a:rPr lang="en-US" sz="2200" dirty="0">
                <a:solidFill>
                  <a:srgbClr val="0D6EFD"/>
                </a:solidFill>
              </a:rPr>
              <a:t>→</a:t>
            </a:r>
            <a:endParaRPr lang="en-US" sz="2200" dirty="0"/>
          </a:p>
        </p:txBody>
      </p:sp>
      <p:sp>
        <p:nvSpPr>
          <p:cNvPr id="19" name="Shape 17"/>
          <p:cNvSpPr/>
          <p:nvPr/>
        </p:nvSpPr>
        <p:spPr>
          <a:xfrm>
            <a:off x="5074920" y="2331720"/>
            <a:ext cx="3749040" cy="1234440"/>
          </a:xfrm>
          <a:prstGeom prst="roundRect">
            <a:avLst>
              <a:gd name="adj" fmla="val 7407"/>
            </a:avLst>
          </a:prstGeom>
          <a:solidFill>
            <a:srgbClr val="EFF6FF"/>
          </a:solidFill>
          <a:ln w="12700">
            <a:solidFill>
              <a:srgbClr val="DBEAFE"/>
            </a:solidFill>
            <a:prstDash val="solid"/>
          </a:ln>
        </p:spPr>
        <p:txBody>
          <a:bodyPr/>
          <a:lstStyle/>
          <a:p>
            <a:endParaRPr lang="fr-FR"/>
          </a:p>
        </p:txBody>
      </p:sp>
      <p:sp>
        <p:nvSpPr>
          <p:cNvPr id="20" name="Text 18"/>
          <p:cNvSpPr/>
          <p:nvPr/>
        </p:nvSpPr>
        <p:spPr>
          <a:xfrm>
            <a:off x="5212080" y="2404872"/>
            <a:ext cx="3456432" cy="274320"/>
          </a:xfrm>
          <a:prstGeom prst="rect">
            <a:avLst/>
          </a:prstGeom>
          <a:noFill/>
          <a:ln/>
        </p:spPr>
        <p:txBody>
          <a:bodyPr wrap="square" rtlCol="0" anchor="ctr"/>
          <a:lstStyle/>
          <a:p>
            <a:pPr marL="0" indent="0">
              <a:buNone/>
            </a:pPr>
            <a:r>
              <a:rPr lang="en-US" sz="1050" b="1" dirty="0">
                <a:solidFill>
                  <a:srgbClr val="0D6EFD"/>
                </a:solidFill>
                <a:latin typeface="Calibri" pitchFamily="34" charset="0"/>
                <a:ea typeface="Calibri" pitchFamily="34" charset="-122"/>
                <a:cs typeface="Calibri" pitchFamily="34" charset="-120"/>
              </a:rPr>
              <a:t>✅  Solution</a:t>
            </a:r>
            <a:endParaRPr lang="en-US" sz="1050" dirty="0"/>
          </a:p>
        </p:txBody>
      </p:sp>
      <p:sp>
        <p:nvSpPr>
          <p:cNvPr id="21" name="Text 19"/>
          <p:cNvSpPr/>
          <p:nvPr/>
        </p:nvSpPr>
        <p:spPr>
          <a:xfrm>
            <a:off x="5212080" y="2679192"/>
            <a:ext cx="345643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Résolu via Flexbox et margin-top: auto.</a:t>
            </a:r>
            <a:endParaRPr lang="en-US" sz="1200" dirty="0"/>
          </a:p>
        </p:txBody>
      </p:sp>
      <p:sp>
        <p:nvSpPr>
          <p:cNvPr id="22" name="Shape 20"/>
          <p:cNvSpPr/>
          <p:nvPr/>
        </p:nvSpPr>
        <p:spPr>
          <a:xfrm>
            <a:off x="320040" y="3749040"/>
            <a:ext cx="4160520" cy="1234440"/>
          </a:xfrm>
          <a:prstGeom prst="roundRect">
            <a:avLst>
              <a:gd name="adj" fmla="val 7407"/>
            </a:avLst>
          </a:prstGeom>
          <a:solidFill>
            <a:srgbClr val="FFF5F2"/>
          </a:solidFill>
          <a:ln w="12700">
            <a:solidFill>
              <a:srgbClr val="FED7C7"/>
            </a:solidFill>
            <a:prstDash val="solid"/>
          </a:ln>
        </p:spPr>
        <p:txBody>
          <a:bodyPr/>
          <a:lstStyle/>
          <a:p>
            <a:endParaRPr lang="fr-FR"/>
          </a:p>
        </p:txBody>
      </p:sp>
      <p:sp>
        <p:nvSpPr>
          <p:cNvPr id="23" name="Shape 21"/>
          <p:cNvSpPr/>
          <p:nvPr/>
        </p:nvSpPr>
        <p:spPr>
          <a:xfrm>
            <a:off x="457200" y="3858768"/>
            <a:ext cx="594360" cy="594360"/>
          </a:xfrm>
          <a:prstGeom prst="ellipse">
            <a:avLst/>
          </a:prstGeom>
          <a:solidFill>
            <a:srgbClr val="E25C38"/>
          </a:solidFill>
          <a:ln w="12700">
            <a:solidFill>
              <a:srgbClr val="E25C38"/>
            </a:solidFill>
            <a:prstDash val="solid"/>
          </a:ln>
        </p:spPr>
        <p:txBody>
          <a:bodyPr/>
          <a:lstStyle/>
          <a:p>
            <a:endParaRPr lang="fr-FR"/>
          </a:p>
        </p:txBody>
      </p:sp>
      <p:sp>
        <p:nvSpPr>
          <p:cNvPr id="24" name="Text 22"/>
          <p:cNvSpPr/>
          <p:nvPr/>
        </p:nvSpPr>
        <p:spPr>
          <a:xfrm>
            <a:off x="457200" y="3858768"/>
            <a:ext cx="594360" cy="5943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5" name="Text 23"/>
          <p:cNvSpPr/>
          <p:nvPr/>
        </p:nvSpPr>
        <p:spPr>
          <a:xfrm>
            <a:off x="1143000" y="3822192"/>
            <a:ext cx="3200400" cy="274320"/>
          </a:xfrm>
          <a:prstGeom prst="rect">
            <a:avLst/>
          </a:prstGeom>
          <a:noFill/>
          <a:ln/>
        </p:spPr>
        <p:txBody>
          <a:bodyPr wrap="square" rtlCol="0" anchor="ctr"/>
          <a:lstStyle/>
          <a:p>
            <a:pPr marL="0" indent="0">
              <a:buNone/>
            </a:pPr>
            <a:r>
              <a:rPr lang="en-US" sz="1050" b="1" dirty="0">
                <a:solidFill>
                  <a:srgbClr val="E25C38"/>
                </a:solidFill>
                <a:latin typeface="Calibri" pitchFamily="34" charset="0"/>
                <a:ea typeface="Calibri" pitchFamily="34" charset="-122"/>
                <a:cs typeface="Calibri" pitchFamily="34" charset="-120"/>
              </a:rPr>
              <a:t>Problème</a:t>
            </a:r>
            <a:endParaRPr lang="en-US" sz="1050" dirty="0"/>
          </a:p>
        </p:txBody>
      </p:sp>
      <p:sp>
        <p:nvSpPr>
          <p:cNvPr id="26" name="Text 24"/>
          <p:cNvSpPr/>
          <p:nvPr/>
        </p:nvSpPr>
        <p:spPr>
          <a:xfrm>
            <a:off x="1143000" y="4096512"/>
            <a:ext cx="3200400"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Persistance du thème : mode sombre annulé au rafraîchissement.</a:t>
            </a:r>
            <a:endParaRPr lang="en-US" sz="1200" dirty="0"/>
          </a:p>
        </p:txBody>
      </p:sp>
      <p:sp>
        <p:nvSpPr>
          <p:cNvPr id="27" name="Text 25"/>
          <p:cNvSpPr/>
          <p:nvPr/>
        </p:nvSpPr>
        <p:spPr>
          <a:xfrm>
            <a:off x="4572000" y="4160520"/>
            <a:ext cx="457200" cy="457200"/>
          </a:xfrm>
          <a:prstGeom prst="rect">
            <a:avLst/>
          </a:prstGeom>
          <a:noFill/>
          <a:ln/>
        </p:spPr>
        <p:txBody>
          <a:bodyPr wrap="square" rtlCol="0" anchor="ctr"/>
          <a:lstStyle/>
          <a:p>
            <a:pPr marL="0" indent="0" algn="ctr">
              <a:buNone/>
            </a:pPr>
            <a:r>
              <a:rPr lang="en-US" sz="2200" dirty="0">
                <a:solidFill>
                  <a:srgbClr val="0D6EFD"/>
                </a:solidFill>
              </a:rPr>
              <a:t>→</a:t>
            </a:r>
            <a:endParaRPr lang="en-US" sz="2200" dirty="0"/>
          </a:p>
        </p:txBody>
      </p:sp>
      <p:sp>
        <p:nvSpPr>
          <p:cNvPr id="28" name="Shape 26"/>
          <p:cNvSpPr/>
          <p:nvPr/>
        </p:nvSpPr>
        <p:spPr>
          <a:xfrm>
            <a:off x="5074920" y="3749040"/>
            <a:ext cx="3749040" cy="1234440"/>
          </a:xfrm>
          <a:prstGeom prst="roundRect">
            <a:avLst>
              <a:gd name="adj" fmla="val 7407"/>
            </a:avLst>
          </a:prstGeom>
          <a:solidFill>
            <a:srgbClr val="EFF6FF"/>
          </a:solidFill>
          <a:ln w="12700">
            <a:solidFill>
              <a:srgbClr val="DBEAFE"/>
            </a:solidFill>
            <a:prstDash val="solid"/>
          </a:ln>
        </p:spPr>
        <p:txBody>
          <a:bodyPr/>
          <a:lstStyle/>
          <a:p>
            <a:endParaRPr lang="fr-FR"/>
          </a:p>
        </p:txBody>
      </p:sp>
      <p:sp>
        <p:nvSpPr>
          <p:cNvPr id="29" name="Text 27"/>
          <p:cNvSpPr/>
          <p:nvPr/>
        </p:nvSpPr>
        <p:spPr>
          <a:xfrm>
            <a:off x="5212080" y="3822192"/>
            <a:ext cx="3456432" cy="274320"/>
          </a:xfrm>
          <a:prstGeom prst="rect">
            <a:avLst/>
          </a:prstGeom>
          <a:noFill/>
          <a:ln/>
        </p:spPr>
        <p:txBody>
          <a:bodyPr wrap="square" rtlCol="0" anchor="ctr"/>
          <a:lstStyle/>
          <a:p>
            <a:pPr marL="0" indent="0">
              <a:buNone/>
            </a:pPr>
            <a:r>
              <a:rPr lang="en-US" sz="1050" b="1" dirty="0">
                <a:solidFill>
                  <a:srgbClr val="0D6EFD"/>
                </a:solidFill>
                <a:latin typeface="Calibri" pitchFamily="34" charset="0"/>
                <a:ea typeface="Calibri" pitchFamily="34" charset="-122"/>
                <a:cs typeface="Calibri" pitchFamily="34" charset="-120"/>
              </a:rPr>
              <a:t>✅  Solution</a:t>
            </a:r>
            <a:endParaRPr lang="en-US" sz="1050" dirty="0"/>
          </a:p>
        </p:txBody>
      </p:sp>
      <p:sp>
        <p:nvSpPr>
          <p:cNvPr id="30" name="Text 28"/>
          <p:cNvSpPr/>
          <p:nvPr/>
        </p:nvSpPr>
        <p:spPr>
          <a:xfrm>
            <a:off x="5212080" y="4096512"/>
            <a:ext cx="3456432" cy="80467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Résolu via localStorage JavaScript.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arn(inVertical)">
                                      <p:cBhvr>
                                        <p:cTn id="30" dur="500"/>
                                        <p:tgtEl>
                                          <p:spTgt spid="11"/>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arn(inVertical)">
                                      <p:cBhvr>
                                        <p:cTn id="36" dur="500"/>
                                        <p:tgtEl>
                                          <p:spTgt spid="14"/>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arn(inVertical)">
                                      <p:cBhvr>
                                        <p:cTn id="39" dur="500"/>
                                        <p:tgtEl>
                                          <p:spTgt spid="15"/>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arn(inVertical)">
                                      <p:cBhvr>
                                        <p:cTn id="42" dur="500"/>
                                        <p:tgtEl>
                                          <p:spTgt spid="16"/>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arn(inVertical)">
                                      <p:cBhvr>
                                        <p:cTn id="45" dur="500"/>
                                        <p:tgtEl>
                                          <p:spTgt spid="17"/>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arn(inVertical)">
                                      <p:cBhvr>
                                        <p:cTn id="48" dur="500"/>
                                        <p:tgtEl>
                                          <p:spTgt spid="18"/>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barn(inVertical)">
                                      <p:cBhvr>
                                        <p:cTn id="51" dur="500"/>
                                        <p:tgtEl>
                                          <p:spTgt spid="19"/>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barn(inVertical)">
                                      <p:cBhvr>
                                        <p:cTn id="54" dur="500"/>
                                        <p:tgtEl>
                                          <p:spTgt spid="20"/>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arn(inVertical)">
                                      <p:cBhvr>
                                        <p:cTn id="57" dur="500"/>
                                        <p:tgtEl>
                                          <p:spTgt spid="21"/>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barn(inVertical)">
                                      <p:cBhvr>
                                        <p:cTn id="60" dur="500"/>
                                        <p:tgtEl>
                                          <p:spTgt spid="23"/>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barn(inVertical)">
                                      <p:cBhvr>
                                        <p:cTn id="63" dur="500"/>
                                        <p:tgtEl>
                                          <p:spTgt spid="24"/>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barn(inVertical)">
                                      <p:cBhvr>
                                        <p:cTn id="66" dur="500"/>
                                        <p:tgtEl>
                                          <p:spTgt spid="25"/>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barn(inVertical)">
                                      <p:cBhvr>
                                        <p:cTn id="69" dur="500"/>
                                        <p:tgtEl>
                                          <p:spTgt spid="26"/>
                                        </p:tgtEl>
                                      </p:cBhvr>
                                    </p:animEffect>
                                  </p:childTnLst>
                                </p:cTn>
                              </p:par>
                              <p:par>
                                <p:cTn id="70" presetID="16" presetClass="entr" presetSubtype="21"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barn(inVertical)">
                                      <p:cBhvr>
                                        <p:cTn id="72" dur="500"/>
                                        <p:tgtEl>
                                          <p:spTgt spid="27"/>
                                        </p:tgtEl>
                                      </p:cBhvr>
                                    </p:animEffect>
                                  </p:childTnLst>
                                </p:cTn>
                              </p:par>
                              <p:par>
                                <p:cTn id="73" presetID="16" presetClass="entr" presetSubtype="21"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barn(inVertical)">
                                      <p:cBhvr>
                                        <p:cTn id="75" dur="500"/>
                                        <p:tgtEl>
                                          <p:spTgt spid="28"/>
                                        </p:tgtEl>
                                      </p:cBhvr>
                                    </p:animEffect>
                                  </p:childTnLst>
                                </p:cTn>
                              </p:par>
                              <p:par>
                                <p:cTn id="76" presetID="16" presetClass="entr" presetSubtype="21"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barn(inVertical)">
                                      <p:cBhvr>
                                        <p:cTn id="78" dur="500"/>
                                        <p:tgtEl>
                                          <p:spTgt spid="29"/>
                                        </p:tgtEl>
                                      </p:cBhvr>
                                    </p:animEffect>
                                  </p:childTnLst>
                                </p:cTn>
                              </p:par>
                              <p:par>
                                <p:cTn id="79" presetID="16" presetClass="entr" presetSubtype="21"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arn(inVertical)">
                                      <p:cBhvr>
                                        <p:cTn id="8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B3D"/>
          </a:solidFill>
          <a:ln w="12700">
            <a:solidFill>
              <a:srgbClr val="0B1B3D"/>
            </a:solidFill>
            <a:prstDash val="solid"/>
          </a:ln>
        </p:spPr>
        <p:txBody>
          <a:bodyPr/>
          <a:lstStyle/>
          <a:p>
            <a:endParaRPr lang="fr-FR"/>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 et perspectives</a:t>
            </a:r>
            <a:endParaRPr lang="en-US" sz="2200" dirty="0"/>
          </a:p>
        </p:txBody>
      </p:sp>
      <p:sp>
        <p:nvSpPr>
          <p:cNvPr id="4" name="Shape 2"/>
          <p:cNvSpPr/>
          <p:nvPr/>
        </p:nvSpPr>
        <p:spPr>
          <a:xfrm>
            <a:off x="320040" y="822960"/>
            <a:ext cx="8503920" cy="914400"/>
          </a:xfrm>
          <a:prstGeom prst="roundRect">
            <a:avLst>
              <a:gd name="adj" fmla="val 10000"/>
            </a:avLst>
          </a:prstGeom>
          <a:solidFill>
            <a:srgbClr val="0B1B3D"/>
          </a:solidFill>
          <a:ln w="12700">
            <a:solidFill>
              <a:srgbClr val="0B1B3D"/>
            </a:solidFill>
            <a:prstDash val="solid"/>
          </a:ln>
        </p:spPr>
        <p:txBody>
          <a:bodyPr/>
          <a:lstStyle/>
          <a:p>
            <a:endParaRPr lang="fr-FR"/>
          </a:p>
        </p:txBody>
      </p:sp>
      <p:sp>
        <p:nvSpPr>
          <p:cNvPr id="5" name="Text 3"/>
          <p:cNvSpPr/>
          <p:nvPr/>
        </p:nvSpPr>
        <p:spPr>
          <a:xfrm>
            <a:off x="502920" y="822960"/>
            <a:ext cx="8229600" cy="9144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Bilan : Site de 5 pages — robuste, esthétique et 100% responsive.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Compétences validées : Intégration moderne, Vanilla JS, Git.</a:t>
            </a:r>
            <a:endParaRPr lang="en-US" sz="1300" dirty="0"/>
          </a:p>
        </p:txBody>
      </p:sp>
      <p:sp>
        <p:nvSpPr>
          <p:cNvPr id="6" name="Shape 4"/>
          <p:cNvSpPr/>
          <p:nvPr/>
        </p:nvSpPr>
        <p:spPr>
          <a:xfrm>
            <a:off x="320040" y="1920240"/>
            <a:ext cx="4114800" cy="1325880"/>
          </a:xfrm>
          <a:prstGeom prst="roundRect">
            <a:avLst>
              <a:gd name="adj" fmla="val 689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7" name="Shape 5"/>
          <p:cNvSpPr/>
          <p:nvPr/>
        </p:nvSpPr>
        <p:spPr>
          <a:xfrm>
            <a:off x="484632" y="2103120"/>
            <a:ext cx="621792" cy="621792"/>
          </a:xfrm>
          <a:prstGeom prst="ellipse">
            <a:avLst/>
          </a:prstGeom>
          <a:solidFill>
            <a:srgbClr val="0D6EFD"/>
          </a:solidFill>
          <a:ln w="12700">
            <a:solidFill>
              <a:srgbClr val="0D6EFD"/>
            </a:solidFill>
            <a:prstDash val="solid"/>
          </a:ln>
        </p:spPr>
        <p:txBody>
          <a:bodyPr/>
          <a:lstStyle/>
          <a:p>
            <a:endParaRPr lang="fr-FR"/>
          </a:p>
        </p:txBody>
      </p:sp>
      <p:sp>
        <p:nvSpPr>
          <p:cNvPr id="8" name="Text 6"/>
          <p:cNvSpPr/>
          <p:nvPr/>
        </p:nvSpPr>
        <p:spPr>
          <a:xfrm>
            <a:off x="484632" y="2103120"/>
            <a:ext cx="621792" cy="621792"/>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9" name="Text 7"/>
          <p:cNvSpPr/>
          <p:nvPr/>
        </p:nvSpPr>
        <p:spPr>
          <a:xfrm>
            <a:off x="1197864" y="2084832"/>
            <a:ext cx="3063240" cy="347472"/>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Back-end</a:t>
            </a:r>
            <a:endParaRPr lang="en-US" sz="1400" dirty="0"/>
          </a:p>
        </p:txBody>
      </p:sp>
      <p:sp>
        <p:nvSpPr>
          <p:cNvPr id="10" name="Text 8"/>
          <p:cNvSpPr/>
          <p:nvPr/>
        </p:nvSpPr>
        <p:spPr>
          <a:xfrm>
            <a:off x="1197864" y="2468880"/>
            <a:ext cx="3063240" cy="68580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Ajouter Node.js ou PHP avec une base de données MongoDB.</a:t>
            </a:r>
            <a:endParaRPr lang="en-US" sz="1200" dirty="0"/>
          </a:p>
        </p:txBody>
      </p:sp>
      <p:sp>
        <p:nvSpPr>
          <p:cNvPr id="11" name="Shape 9"/>
          <p:cNvSpPr/>
          <p:nvPr/>
        </p:nvSpPr>
        <p:spPr>
          <a:xfrm>
            <a:off x="4709160" y="1920240"/>
            <a:ext cx="4114800" cy="1325880"/>
          </a:xfrm>
          <a:prstGeom prst="roundRect">
            <a:avLst>
              <a:gd name="adj" fmla="val 689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2" name="Shape 10"/>
          <p:cNvSpPr/>
          <p:nvPr/>
        </p:nvSpPr>
        <p:spPr>
          <a:xfrm>
            <a:off x="4873752" y="2103120"/>
            <a:ext cx="621792" cy="621792"/>
          </a:xfrm>
          <a:prstGeom prst="ellipse">
            <a:avLst/>
          </a:prstGeom>
          <a:solidFill>
            <a:srgbClr val="E25C38"/>
          </a:solidFill>
          <a:ln w="12700">
            <a:solidFill>
              <a:srgbClr val="E25C38"/>
            </a:solidFill>
            <a:prstDash val="solid"/>
          </a:ln>
        </p:spPr>
        <p:txBody>
          <a:bodyPr/>
          <a:lstStyle/>
          <a:p>
            <a:endParaRPr lang="fr-FR"/>
          </a:p>
        </p:txBody>
      </p:sp>
      <p:sp>
        <p:nvSpPr>
          <p:cNvPr id="13" name="Text 11"/>
          <p:cNvSpPr/>
          <p:nvPr/>
        </p:nvSpPr>
        <p:spPr>
          <a:xfrm>
            <a:off x="4873752" y="2103120"/>
            <a:ext cx="621792" cy="621792"/>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14" name="Text 12"/>
          <p:cNvSpPr/>
          <p:nvPr/>
        </p:nvSpPr>
        <p:spPr>
          <a:xfrm>
            <a:off x="5586984" y="2084832"/>
            <a:ext cx="3063240" cy="347472"/>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Paiement mobile</a:t>
            </a:r>
            <a:endParaRPr lang="en-US" sz="1400" dirty="0"/>
          </a:p>
        </p:txBody>
      </p:sp>
      <p:sp>
        <p:nvSpPr>
          <p:cNvPr id="15" name="Text 13"/>
          <p:cNvSpPr/>
          <p:nvPr/>
        </p:nvSpPr>
        <p:spPr>
          <a:xfrm>
            <a:off x="5586984" y="2468880"/>
            <a:ext cx="3063240" cy="68580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Intégrer Wave et Orange Money pour un service 100% local.</a:t>
            </a:r>
            <a:endParaRPr lang="en-US" sz="1200" dirty="0"/>
          </a:p>
        </p:txBody>
      </p:sp>
      <p:sp>
        <p:nvSpPr>
          <p:cNvPr id="16" name="Shape 14"/>
          <p:cNvSpPr/>
          <p:nvPr/>
        </p:nvSpPr>
        <p:spPr>
          <a:xfrm>
            <a:off x="320040" y="3429000"/>
            <a:ext cx="4114800" cy="1325880"/>
          </a:xfrm>
          <a:prstGeom prst="roundRect">
            <a:avLst>
              <a:gd name="adj" fmla="val 689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17" name="Shape 15"/>
          <p:cNvSpPr/>
          <p:nvPr/>
        </p:nvSpPr>
        <p:spPr>
          <a:xfrm>
            <a:off x="484632" y="3611880"/>
            <a:ext cx="621792" cy="621792"/>
          </a:xfrm>
          <a:prstGeom prst="ellipse">
            <a:avLst/>
          </a:prstGeom>
          <a:solidFill>
            <a:srgbClr val="0D6EFD"/>
          </a:solidFill>
          <a:ln w="12700">
            <a:solidFill>
              <a:srgbClr val="0D6EFD"/>
            </a:solidFill>
            <a:prstDash val="solid"/>
          </a:ln>
        </p:spPr>
        <p:txBody>
          <a:bodyPr/>
          <a:lstStyle/>
          <a:p>
            <a:endParaRPr lang="fr-FR"/>
          </a:p>
        </p:txBody>
      </p:sp>
      <p:sp>
        <p:nvSpPr>
          <p:cNvPr id="18" name="Text 16"/>
          <p:cNvSpPr/>
          <p:nvPr/>
        </p:nvSpPr>
        <p:spPr>
          <a:xfrm>
            <a:off x="484632" y="3611880"/>
            <a:ext cx="621792" cy="621792"/>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19" name="Text 17"/>
          <p:cNvSpPr/>
          <p:nvPr/>
        </p:nvSpPr>
        <p:spPr>
          <a:xfrm>
            <a:off x="1197864" y="3593592"/>
            <a:ext cx="3063240" cy="347472"/>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Application mobile</a:t>
            </a:r>
            <a:endParaRPr lang="en-US" sz="1400" dirty="0"/>
          </a:p>
        </p:txBody>
      </p:sp>
      <p:sp>
        <p:nvSpPr>
          <p:cNvPr id="20" name="Text 18"/>
          <p:cNvSpPr/>
          <p:nvPr/>
        </p:nvSpPr>
        <p:spPr>
          <a:xfrm>
            <a:off x="1197864" y="3977640"/>
            <a:ext cx="3063240" cy="68580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Développer une version mobile native (React Native).</a:t>
            </a:r>
            <a:endParaRPr lang="en-US" sz="1200" dirty="0"/>
          </a:p>
        </p:txBody>
      </p:sp>
      <p:sp>
        <p:nvSpPr>
          <p:cNvPr id="21" name="Shape 19"/>
          <p:cNvSpPr/>
          <p:nvPr/>
        </p:nvSpPr>
        <p:spPr>
          <a:xfrm>
            <a:off x="4709160" y="3429000"/>
            <a:ext cx="4114800" cy="1325880"/>
          </a:xfrm>
          <a:prstGeom prst="roundRect">
            <a:avLst>
              <a:gd name="adj" fmla="val 6897"/>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txBody>
          <a:bodyPr/>
          <a:lstStyle/>
          <a:p>
            <a:endParaRPr lang="fr-FR"/>
          </a:p>
        </p:txBody>
      </p:sp>
      <p:sp>
        <p:nvSpPr>
          <p:cNvPr id="22" name="Shape 20"/>
          <p:cNvSpPr/>
          <p:nvPr/>
        </p:nvSpPr>
        <p:spPr>
          <a:xfrm>
            <a:off x="4873752" y="3611880"/>
            <a:ext cx="621792" cy="621792"/>
          </a:xfrm>
          <a:prstGeom prst="ellipse">
            <a:avLst/>
          </a:prstGeom>
          <a:solidFill>
            <a:srgbClr val="E25C38"/>
          </a:solidFill>
          <a:ln w="12700">
            <a:solidFill>
              <a:srgbClr val="E25C38"/>
            </a:solidFill>
            <a:prstDash val="solid"/>
          </a:ln>
        </p:spPr>
        <p:txBody>
          <a:bodyPr/>
          <a:lstStyle/>
          <a:p>
            <a:endParaRPr lang="fr-FR"/>
          </a:p>
        </p:txBody>
      </p:sp>
      <p:sp>
        <p:nvSpPr>
          <p:cNvPr id="23" name="Text 21"/>
          <p:cNvSpPr/>
          <p:nvPr/>
        </p:nvSpPr>
        <p:spPr>
          <a:xfrm>
            <a:off x="4873752" y="3611880"/>
            <a:ext cx="621792" cy="621792"/>
          </a:xfrm>
          <a:prstGeom prst="rect">
            <a:avLst/>
          </a:prstGeom>
          <a:noFill/>
          <a:ln/>
        </p:spPr>
        <p:txBody>
          <a:bodyPr wrap="square" rtlCol="0" anchor="ctr"/>
          <a:lstStyle/>
          <a:p>
            <a:pPr marL="0" indent="0" algn="ctr">
              <a:buNone/>
            </a:pPr>
            <a:r>
              <a:rPr lang="en-US" sz="1700" dirty="0">
                <a:solidFill>
                  <a:srgbClr val="000000"/>
                </a:solidFill>
              </a:rPr>
              <a:t>🤖</a:t>
            </a:r>
            <a:endParaRPr lang="en-US" sz="1700" dirty="0"/>
          </a:p>
        </p:txBody>
      </p:sp>
      <p:sp>
        <p:nvSpPr>
          <p:cNvPr id="24" name="Text 22"/>
          <p:cNvSpPr/>
          <p:nvPr/>
        </p:nvSpPr>
        <p:spPr>
          <a:xfrm>
            <a:off x="5586984" y="3593592"/>
            <a:ext cx="3063240" cy="347472"/>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IA &amp; matching</a:t>
            </a:r>
            <a:endParaRPr lang="en-US" sz="1400" dirty="0"/>
          </a:p>
        </p:txBody>
      </p:sp>
      <p:sp>
        <p:nvSpPr>
          <p:cNvPr id="25" name="Text 23"/>
          <p:cNvSpPr/>
          <p:nvPr/>
        </p:nvSpPr>
        <p:spPr>
          <a:xfrm>
            <a:off x="5586984" y="3977640"/>
            <a:ext cx="3063240" cy="68580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Recommandations intelligentes freelance ↔ entreprise.</a:t>
            </a:r>
            <a:endParaRPr lang="en-US" sz="1200" dirty="0"/>
          </a:p>
        </p:txBody>
      </p:sp>
      <p:sp>
        <p:nvSpPr>
          <p:cNvPr id="26" name="Shape 24"/>
          <p:cNvSpPr/>
          <p:nvPr/>
        </p:nvSpPr>
        <p:spPr>
          <a:xfrm>
            <a:off x="2286000" y="4663440"/>
            <a:ext cx="4572000" cy="347472"/>
          </a:xfrm>
          <a:prstGeom prst="roundRect">
            <a:avLst>
              <a:gd name="adj" fmla="val 26316"/>
            </a:avLst>
          </a:prstGeom>
          <a:solidFill>
            <a:srgbClr val="0D6EFD"/>
          </a:solidFill>
          <a:ln w="12700">
            <a:solidFill>
              <a:srgbClr val="0D6EFD"/>
            </a:solidFill>
            <a:prstDash val="solid"/>
          </a:ln>
        </p:spPr>
        <p:txBody>
          <a:bodyPr/>
          <a:lstStyle/>
          <a:p>
            <a:endParaRPr lang="fr-FR"/>
          </a:p>
        </p:txBody>
      </p:sp>
      <p:sp>
        <p:nvSpPr>
          <p:cNvPr id="27" name="Text 25"/>
          <p:cNvSpPr/>
          <p:nvPr/>
        </p:nvSpPr>
        <p:spPr>
          <a:xfrm>
            <a:off x="2286000" y="4663440"/>
            <a:ext cx="45720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Merci pour votre écoute ! 🙏</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grpId="0" nodeType="clickEffect">
                                  <p:stCondLst>
                                    <p:cond delay="0"/>
                                  </p:stCondLst>
                                  <p:childTnLst>
                                    <p:animRot by="120000">
                                      <p:cBhvr>
                                        <p:cTn id="18" dur="100" fill="hold">
                                          <p:stCondLst>
                                            <p:cond delay="0"/>
                                          </p:stCondLst>
                                        </p:cTn>
                                        <p:tgtEl>
                                          <p:spTgt spid="6"/>
                                        </p:tgtEl>
                                        <p:attrNameLst>
                                          <p:attrName>r</p:attrName>
                                        </p:attrNameLst>
                                      </p:cBhvr>
                                    </p:animRot>
                                    <p:animRot by="-240000">
                                      <p:cBhvr>
                                        <p:cTn id="19" dur="200" fill="hold">
                                          <p:stCondLst>
                                            <p:cond delay="200"/>
                                          </p:stCondLst>
                                        </p:cTn>
                                        <p:tgtEl>
                                          <p:spTgt spid="6"/>
                                        </p:tgtEl>
                                        <p:attrNameLst>
                                          <p:attrName>r</p:attrName>
                                        </p:attrNameLst>
                                      </p:cBhvr>
                                    </p:animRot>
                                    <p:animRot by="240000">
                                      <p:cBhvr>
                                        <p:cTn id="20" dur="200" fill="hold">
                                          <p:stCondLst>
                                            <p:cond delay="400"/>
                                          </p:stCondLst>
                                        </p:cTn>
                                        <p:tgtEl>
                                          <p:spTgt spid="6"/>
                                        </p:tgtEl>
                                        <p:attrNameLst>
                                          <p:attrName>r</p:attrName>
                                        </p:attrNameLst>
                                      </p:cBhvr>
                                    </p:animRot>
                                    <p:animRot by="-240000">
                                      <p:cBhvr>
                                        <p:cTn id="21" dur="200" fill="hold">
                                          <p:stCondLst>
                                            <p:cond delay="600"/>
                                          </p:stCondLst>
                                        </p:cTn>
                                        <p:tgtEl>
                                          <p:spTgt spid="6"/>
                                        </p:tgtEl>
                                        <p:attrNameLst>
                                          <p:attrName>r</p:attrName>
                                        </p:attrNameLst>
                                      </p:cBhvr>
                                    </p:animRot>
                                    <p:animRot by="120000">
                                      <p:cBhvr>
                                        <p:cTn id="22" dur="200" fill="hold">
                                          <p:stCondLst>
                                            <p:cond delay="800"/>
                                          </p:stCondLst>
                                        </p:cTn>
                                        <p:tgtEl>
                                          <p:spTgt spid="6"/>
                                        </p:tgtEl>
                                        <p:attrNameLst>
                                          <p:attrName>r</p:attrName>
                                        </p:attrNameLst>
                                      </p:cBhvr>
                                    </p:animRot>
                                  </p:childTnLst>
                                </p:cTn>
                              </p:par>
                              <p:par>
                                <p:cTn id="23" presetID="32" presetClass="emph" presetSubtype="0" fill="hold" grpId="0" nodeType="withEffect">
                                  <p:stCondLst>
                                    <p:cond delay="0"/>
                                  </p:stCondLst>
                                  <p:childTnLst>
                                    <p:animRot by="120000">
                                      <p:cBhvr>
                                        <p:cTn id="24" dur="100" fill="hold">
                                          <p:stCondLst>
                                            <p:cond delay="0"/>
                                          </p:stCondLst>
                                        </p:cTn>
                                        <p:tgtEl>
                                          <p:spTgt spid="7"/>
                                        </p:tgtEl>
                                        <p:attrNameLst>
                                          <p:attrName>r</p:attrName>
                                        </p:attrNameLst>
                                      </p:cBhvr>
                                    </p:animRot>
                                    <p:animRot by="-240000">
                                      <p:cBhvr>
                                        <p:cTn id="25" dur="200" fill="hold">
                                          <p:stCondLst>
                                            <p:cond delay="200"/>
                                          </p:stCondLst>
                                        </p:cTn>
                                        <p:tgtEl>
                                          <p:spTgt spid="7"/>
                                        </p:tgtEl>
                                        <p:attrNameLst>
                                          <p:attrName>r</p:attrName>
                                        </p:attrNameLst>
                                      </p:cBhvr>
                                    </p:animRot>
                                    <p:animRot by="240000">
                                      <p:cBhvr>
                                        <p:cTn id="26" dur="200" fill="hold">
                                          <p:stCondLst>
                                            <p:cond delay="400"/>
                                          </p:stCondLst>
                                        </p:cTn>
                                        <p:tgtEl>
                                          <p:spTgt spid="7"/>
                                        </p:tgtEl>
                                        <p:attrNameLst>
                                          <p:attrName>r</p:attrName>
                                        </p:attrNameLst>
                                      </p:cBhvr>
                                    </p:animRot>
                                    <p:animRot by="-240000">
                                      <p:cBhvr>
                                        <p:cTn id="27" dur="200" fill="hold">
                                          <p:stCondLst>
                                            <p:cond delay="600"/>
                                          </p:stCondLst>
                                        </p:cTn>
                                        <p:tgtEl>
                                          <p:spTgt spid="7"/>
                                        </p:tgtEl>
                                        <p:attrNameLst>
                                          <p:attrName>r</p:attrName>
                                        </p:attrNameLst>
                                      </p:cBhvr>
                                    </p:animRot>
                                    <p:animRot by="120000">
                                      <p:cBhvr>
                                        <p:cTn id="28" dur="200" fill="hold">
                                          <p:stCondLst>
                                            <p:cond delay="800"/>
                                          </p:stCondLst>
                                        </p:cTn>
                                        <p:tgtEl>
                                          <p:spTgt spid="7"/>
                                        </p:tgtEl>
                                        <p:attrNameLst>
                                          <p:attrName>r</p:attrName>
                                        </p:attrNameLst>
                                      </p:cBhvr>
                                    </p:animRot>
                                  </p:childTnLst>
                                </p:cTn>
                              </p:par>
                              <p:par>
                                <p:cTn id="29" presetID="32" presetClass="emph" presetSubtype="0" fill="hold" grpId="0" nodeType="withEffect">
                                  <p:stCondLst>
                                    <p:cond delay="0"/>
                                  </p:stCondLst>
                                  <p:childTnLst>
                                    <p:animRot by="120000">
                                      <p:cBhvr>
                                        <p:cTn id="30" dur="100" fill="hold">
                                          <p:stCondLst>
                                            <p:cond delay="0"/>
                                          </p:stCondLst>
                                        </p:cTn>
                                        <p:tgtEl>
                                          <p:spTgt spid="8"/>
                                        </p:tgtEl>
                                        <p:attrNameLst>
                                          <p:attrName>r</p:attrName>
                                        </p:attrNameLst>
                                      </p:cBhvr>
                                    </p:animRot>
                                    <p:animRot by="-240000">
                                      <p:cBhvr>
                                        <p:cTn id="31" dur="200" fill="hold">
                                          <p:stCondLst>
                                            <p:cond delay="200"/>
                                          </p:stCondLst>
                                        </p:cTn>
                                        <p:tgtEl>
                                          <p:spTgt spid="8"/>
                                        </p:tgtEl>
                                        <p:attrNameLst>
                                          <p:attrName>r</p:attrName>
                                        </p:attrNameLst>
                                      </p:cBhvr>
                                    </p:animRot>
                                    <p:animRot by="240000">
                                      <p:cBhvr>
                                        <p:cTn id="32" dur="200" fill="hold">
                                          <p:stCondLst>
                                            <p:cond delay="400"/>
                                          </p:stCondLst>
                                        </p:cTn>
                                        <p:tgtEl>
                                          <p:spTgt spid="8"/>
                                        </p:tgtEl>
                                        <p:attrNameLst>
                                          <p:attrName>r</p:attrName>
                                        </p:attrNameLst>
                                      </p:cBhvr>
                                    </p:animRot>
                                    <p:animRot by="-240000">
                                      <p:cBhvr>
                                        <p:cTn id="33" dur="200" fill="hold">
                                          <p:stCondLst>
                                            <p:cond delay="600"/>
                                          </p:stCondLst>
                                        </p:cTn>
                                        <p:tgtEl>
                                          <p:spTgt spid="8"/>
                                        </p:tgtEl>
                                        <p:attrNameLst>
                                          <p:attrName>r</p:attrName>
                                        </p:attrNameLst>
                                      </p:cBhvr>
                                    </p:animRot>
                                    <p:animRot by="120000">
                                      <p:cBhvr>
                                        <p:cTn id="34" dur="200" fill="hold">
                                          <p:stCondLst>
                                            <p:cond delay="800"/>
                                          </p:stCondLst>
                                        </p:cTn>
                                        <p:tgtEl>
                                          <p:spTgt spid="8"/>
                                        </p:tgtEl>
                                        <p:attrNameLst>
                                          <p:attrName>r</p:attrName>
                                        </p:attrNameLst>
                                      </p:cBhvr>
                                    </p:animRot>
                                  </p:childTnLst>
                                </p:cTn>
                              </p:par>
                              <p:par>
                                <p:cTn id="35" presetID="32" presetClass="emph" presetSubtype="0" fill="hold" grpId="0" nodeType="withEffect">
                                  <p:stCondLst>
                                    <p:cond delay="0"/>
                                  </p:stCondLst>
                                  <p:childTnLst>
                                    <p:animRot by="120000">
                                      <p:cBhvr>
                                        <p:cTn id="36" dur="100" fill="hold">
                                          <p:stCondLst>
                                            <p:cond delay="0"/>
                                          </p:stCondLst>
                                        </p:cTn>
                                        <p:tgtEl>
                                          <p:spTgt spid="9"/>
                                        </p:tgtEl>
                                        <p:attrNameLst>
                                          <p:attrName>r</p:attrName>
                                        </p:attrNameLst>
                                      </p:cBhvr>
                                    </p:animRot>
                                    <p:animRot by="-240000">
                                      <p:cBhvr>
                                        <p:cTn id="37" dur="200" fill="hold">
                                          <p:stCondLst>
                                            <p:cond delay="200"/>
                                          </p:stCondLst>
                                        </p:cTn>
                                        <p:tgtEl>
                                          <p:spTgt spid="9"/>
                                        </p:tgtEl>
                                        <p:attrNameLst>
                                          <p:attrName>r</p:attrName>
                                        </p:attrNameLst>
                                      </p:cBhvr>
                                    </p:animRot>
                                    <p:animRot by="240000">
                                      <p:cBhvr>
                                        <p:cTn id="38" dur="200" fill="hold">
                                          <p:stCondLst>
                                            <p:cond delay="400"/>
                                          </p:stCondLst>
                                        </p:cTn>
                                        <p:tgtEl>
                                          <p:spTgt spid="9"/>
                                        </p:tgtEl>
                                        <p:attrNameLst>
                                          <p:attrName>r</p:attrName>
                                        </p:attrNameLst>
                                      </p:cBhvr>
                                    </p:animRot>
                                    <p:animRot by="-240000">
                                      <p:cBhvr>
                                        <p:cTn id="39" dur="200" fill="hold">
                                          <p:stCondLst>
                                            <p:cond delay="600"/>
                                          </p:stCondLst>
                                        </p:cTn>
                                        <p:tgtEl>
                                          <p:spTgt spid="9"/>
                                        </p:tgtEl>
                                        <p:attrNameLst>
                                          <p:attrName>r</p:attrName>
                                        </p:attrNameLst>
                                      </p:cBhvr>
                                    </p:animRot>
                                    <p:animRot by="120000">
                                      <p:cBhvr>
                                        <p:cTn id="40" dur="200" fill="hold">
                                          <p:stCondLst>
                                            <p:cond delay="800"/>
                                          </p:stCondLst>
                                        </p:cTn>
                                        <p:tgtEl>
                                          <p:spTgt spid="9"/>
                                        </p:tgtEl>
                                        <p:attrNameLst>
                                          <p:attrName>r</p:attrName>
                                        </p:attrNameLst>
                                      </p:cBhvr>
                                    </p:animRot>
                                  </p:childTnLst>
                                </p:cTn>
                              </p:par>
                              <p:par>
                                <p:cTn id="41" presetID="32" presetClass="emph" presetSubtype="0" fill="hold" grpId="0" nodeType="withEffect">
                                  <p:stCondLst>
                                    <p:cond delay="0"/>
                                  </p:stCondLst>
                                  <p:childTnLst>
                                    <p:animRot by="120000">
                                      <p:cBhvr>
                                        <p:cTn id="42" dur="100" fill="hold">
                                          <p:stCondLst>
                                            <p:cond delay="0"/>
                                          </p:stCondLst>
                                        </p:cTn>
                                        <p:tgtEl>
                                          <p:spTgt spid="10"/>
                                        </p:tgtEl>
                                        <p:attrNameLst>
                                          <p:attrName>r</p:attrName>
                                        </p:attrNameLst>
                                      </p:cBhvr>
                                    </p:animRot>
                                    <p:animRot by="-240000">
                                      <p:cBhvr>
                                        <p:cTn id="43" dur="200" fill="hold">
                                          <p:stCondLst>
                                            <p:cond delay="200"/>
                                          </p:stCondLst>
                                        </p:cTn>
                                        <p:tgtEl>
                                          <p:spTgt spid="10"/>
                                        </p:tgtEl>
                                        <p:attrNameLst>
                                          <p:attrName>r</p:attrName>
                                        </p:attrNameLst>
                                      </p:cBhvr>
                                    </p:animRot>
                                    <p:animRot by="240000">
                                      <p:cBhvr>
                                        <p:cTn id="44" dur="200" fill="hold">
                                          <p:stCondLst>
                                            <p:cond delay="400"/>
                                          </p:stCondLst>
                                        </p:cTn>
                                        <p:tgtEl>
                                          <p:spTgt spid="10"/>
                                        </p:tgtEl>
                                        <p:attrNameLst>
                                          <p:attrName>r</p:attrName>
                                        </p:attrNameLst>
                                      </p:cBhvr>
                                    </p:animRot>
                                    <p:animRot by="-240000">
                                      <p:cBhvr>
                                        <p:cTn id="45" dur="200" fill="hold">
                                          <p:stCondLst>
                                            <p:cond delay="600"/>
                                          </p:stCondLst>
                                        </p:cTn>
                                        <p:tgtEl>
                                          <p:spTgt spid="10"/>
                                        </p:tgtEl>
                                        <p:attrNameLst>
                                          <p:attrName>r</p:attrName>
                                        </p:attrNameLst>
                                      </p:cBhvr>
                                    </p:animRot>
                                    <p:animRot by="120000">
                                      <p:cBhvr>
                                        <p:cTn id="46" dur="200" fill="hold">
                                          <p:stCondLst>
                                            <p:cond delay="800"/>
                                          </p:stCondLst>
                                        </p:cTn>
                                        <p:tgtEl>
                                          <p:spTgt spid="10"/>
                                        </p:tgtEl>
                                        <p:attrNameLst>
                                          <p:attrName>r</p:attrName>
                                        </p:attrNameLst>
                                      </p:cBhvr>
                                    </p:animRot>
                                  </p:childTnLst>
                                </p:cTn>
                              </p:par>
                              <p:par>
                                <p:cTn id="47" presetID="32" presetClass="emph" presetSubtype="0" fill="hold" grpId="0" nodeType="withEffect">
                                  <p:stCondLst>
                                    <p:cond delay="0"/>
                                  </p:stCondLst>
                                  <p:childTnLst>
                                    <p:animRot by="120000">
                                      <p:cBhvr>
                                        <p:cTn id="48" dur="100" fill="hold">
                                          <p:stCondLst>
                                            <p:cond delay="0"/>
                                          </p:stCondLst>
                                        </p:cTn>
                                        <p:tgtEl>
                                          <p:spTgt spid="11"/>
                                        </p:tgtEl>
                                        <p:attrNameLst>
                                          <p:attrName>r</p:attrName>
                                        </p:attrNameLst>
                                      </p:cBhvr>
                                    </p:animRot>
                                    <p:animRot by="-240000">
                                      <p:cBhvr>
                                        <p:cTn id="49" dur="200" fill="hold">
                                          <p:stCondLst>
                                            <p:cond delay="200"/>
                                          </p:stCondLst>
                                        </p:cTn>
                                        <p:tgtEl>
                                          <p:spTgt spid="11"/>
                                        </p:tgtEl>
                                        <p:attrNameLst>
                                          <p:attrName>r</p:attrName>
                                        </p:attrNameLst>
                                      </p:cBhvr>
                                    </p:animRot>
                                    <p:animRot by="240000">
                                      <p:cBhvr>
                                        <p:cTn id="50" dur="200" fill="hold">
                                          <p:stCondLst>
                                            <p:cond delay="400"/>
                                          </p:stCondLst>
                                        </p:cTn>
                                        <p:tgtEl>
                                          <p:spTgt spid="11"/>
                                        </p:tgtEl>
                                        <p:attrNameLst>
                                          <p:attrName>r</p:attrName>
                                        </p:attrNameLst>
                                      </p:cBhvr>
                                    </p:animRot>
                                    <p:animRot by="-240000">
                                      <p:cBhvr>
                                        <p:cTn id="51" dur="200" fill="hold">
                                          <p:stCondLst>
                                            <p:cond delay="600"/>
                                          </p:stCondLst>
                                        </p:cTn>
                                        <p:tgtEl>
                                          <p:spTgt spid="11"/>
                                        </p:tgtEl>
                                        <p:attrNameLst>
                                          <p:attrName>r</p:attrName>
                                        </p:attrNameLst>
                                      </p:cBhvr>
                                    </p:animRot>
                                    <p:animRot by="120000">
                                      <p:cBhvr>
                                        <p:cTn id="52" dur="200" fill="hold">
                                          <p:stCondLst>
                                            <p:cond delay="800"/>
                                          </p:stCondLst>
                                        </p:cTn>
                                        <p:tgtEl>
                                          <p:spTgt spid="11"/>
                                        </p:tgtEl>
                                        <p:attrNameLst>
                                          <p:attrName>r</p:attrName>
                                        </p:attrNameLst>
                                      </p:cBhvr>
                                    </p:animRot>
                                  </p:childTnLst>
                                </p:cTn>
                              </p:par>
                              <p:par>
                                <p:cTn id="53" presetID="32" presetClass="emph" presetSubtype="0" fill="hold" grpId="0" nodeType="withEffect">
                                  <p:stCondLst>
                                    <p:cond delay="0"/>
                                  </p:stCondLst>
                                  <p:childTnLst>
                                    <p:animRot by="120000">
                                      <p:cBhvr>
                                        <p:cTn id="54" dur="100" fill="hold">
                                          <p:stCondLst>
                                            <p:cond delay="0"/>
                                          </p:stCondLst>
                                        </p:cTn>
                                        <p:tgtEl>
                                          <p:spTgt spid="12"/>
                                        </p:tgtEl>
                                        <p:attrNameLst>
                                          <p:attrName>r</p:attrName>
                                        </p:attrNameLst>
                                      </p:cBhvr>
                                    </p:animRot>
                                    <p:animRot by="-240000">
                                      <p:cBhvr>
                                        <p:cTn id="55" dur="200" fill="hold">
                                          <p:stCondLst>
                                            <p:cond delay="200"/>
                                          </p:stCondLst>
                                        </p:cTn>
                                        <p:tgtEl>
                                          <p:spTgt spid="12"/>
                                        </p:tgtEl>
                                        <p:attrNameLst>
                                          <p:attrName>r</p:attrName>
                                        </p:attrNameLst>
                                      </p:cBhvr>
                                    </p:animRot>
                                    <p:animRot by="240000">
                                      <p:cBhvr>
                                        <p:cTn id="56" dur="200" fill="hold">
                                          <p:stCondLst>
                                            <p:cond delay="400"/>
                                          </p:stCondLst>
                                        </p:cTn>
                                        <p:tgtEl>
                                          <p:spTgt spid="12"/>
                                        </p:tgtEl>
                                        <p:attrNameLst>
                                          <p:attrName>r</p:attrName>
                                        </p:attrNameLst>
                                      </p:cBhvr>
                                    </p:animRot>
                                    <p:animRot by="-240000">
                                      <p:cBhvr>
                                        <p:cTn id="57" dur="200" fill="hold">
                                          <p:stCondLst>
                                            <p:cond delay="600"/>
                                          </p:stCondLst>
                                        </p:cTn>
                                        <p:tgtEl>
                                          <p:spTgt spid="12"/>
                                        </p:tgtEl>
                                        <p:attrNameLst>
                                          <p:attrName>r</p:attrName>
                                        </p:attrNameLst>
                                      </p:cBhvr>
                                    </p:animRot>
                                    <p:animRot by="120000">
                                      <p:cBhvr>
                                        <p:cTn id="58" dur="200" fill="hold">
                                          <p:stCondLst>
                                            <p:cond delay="800"/>
                                          </p:stCondLst>
                                        </p:cTn>
                                        <p:tgtEl>
                                          <p:spTgt spid="12"/>
                                        </p:tgtEl>
                                        <p:attrNameLst>
                                          <p:attrName>r</p:attrName>
                                        </p:attrNameLst>
                                      </p:cBhvr>
                                    </p:animRot>
                                  </p:childTnLst>
                                </p:cTn>
                              </p:par>
                              <p:par>
                                <p:cTn id="59" presetID="32" presetClass="emph" presetSubtype="0" fill="hold" grpId="0" nodeType="withEffect">
                                  <p:stCondLst>
                                    <p:cond delay="0"/>
                                  </p:stCondLst>
                                  <p:childTnLst>
                                    <p:animRot by="120000">
                                      <p:cBhvr>
                                        <p:cTn id="60" dur="100" fill="hold">
                                          <p:stCondLst>
                                            <p:cond delay="0"/>
                                          </p:stCondLst>
                                        </p:cTn>
                                        <p:tgtEl>
                                          <p:spTgt spid="13"/>
                                        </p:tgtEl>
                                        <p:attrNameLst>
                                          <p:attrName>r</p:attrName>
                                        </p:attrNameLst>
                                      </p:cBhvr>
                                    </p:animRot>
                                    <p:animRot by="-240000">
                                      <p:cBhvr>
                                        <p:cTn id="61" dur="200" fill="hold">
                                          <p:stCondLst>
                                            <p:cond delay="200"/>
                                          </p:stCondLst>
                                        </p:cTn>
                                        <p:tgtEl>
                                          <p:spTgt spid="13"/>
                                        </p:tgtEl>
                                        <p:attrNameLst>
                                          <p:attrName>r</p:attrName>
                                        </p:attrNameLst>
                                      </p:cBhvr>
                                    </p:animRot>
                                    <p:animRot by="240000">
                                      <p:cBhvr>
                                        <p:cTn id="62" dur="200" fill="hold">
                                          <p:stCondLst>
                                            <p:cond delay="400"/>
                                          </p:stCondLst>
                                        </p:cTn>
                                        <p:tgtEl>
                                          <p:spTgt spid="13"/>
                                        </p:tgtEl>
                                        <p:attrNameLst>
                                          <p:attrName>r</p:attrName>
                                        </p:attrNameLst>
                                      </p:cBhvr>
                                    </p:animRot>
                                    <p:animRot by="-240000">
                                      <p:cBhvr>
                                        <p:cTn id="63" dur="200" fill="hold">
                                          <p:stCondLst>
                                            <p:cond delay="600"/>
                                          </p:stCondLst>
                                        </p:cTn>
                                        <p:tgtEl>
                                          <p:spTgt spid="13"/>
                                        </p:tgtEl>
                                        <p:attrNameLst>
                                          <p:attrName>r</p:attrName>
                                        </p:attrNameLst>
                                      </p:cBhvr>
                                    </p:animRot>
                                    <p:animRot by="120000">
                                      <p:cBhvr>
                                        <p:cTn id="64" dur="200" fill="hold">
                                          <p:stCondLst>
                                            <p:cond delay="800"/>
                                          </p:stCondLst>
                                        </p:cTn>
                                        <p:tgtEl>
                                          <p:spTgt spid="13"/>
                                        </p:tgtEl>
                                        <p:attrNameLst>
                                          <p:attrName>r</p:attrName>
                                        </p:attrNameLst>
                                      </p:cBhvr>
                                    </p:animRot>
                                  </p:childTnLst>
                                </p:cTn>
                              </p:par>
                              <p:par>
                                <p:cTn id="65" presetID="32" presetClass="emph" presetSubtype="0" fill="hold" grpId="0" nodeType="withEffect">
                                  <p:stCondLst>
                                    <p:cond delay="0"/>
                                  </p:stCondLst>
                                  <p:childTnLst>
                                    <p:animRot by="120000">
                                      <p:cBhvr>
                                        <p:cTn id="66" dur="100" fill="hold">
                                          <p:stCondLst>
                                            <p:cond delay="0"/>
                                          </p:stCondLst>
                                        </p:cTn>
                                        <p:tgtEl>
                                          <p:spTgt spid="14"/>
                                        </p:tgtEl>
                                        <p:attrNameLst>
                                          <p:attrName>r</p:attrName>
                                        </p:attrNameLst>
                                      </p:cBhvr>
                                    </p:animRot>
                                    <p:animRot by="-240000">
                                      <p:cBhvr>
                                        <p:cTn id="67" dur="200" fill="hold">
                                          <p:stCondLst>
                                            <p:cond delay="200"/>
                                          </p:stCondLst>
                                        </p:cTn>
                                        <p:tgtEl>
                                          <p:spTgt spid="14"/>
                                        </p:tgtEl>
                                        <p:attrNameLst>
                                          <p:attrName>r</p:attrName>
                                        </p:attrNameLst>
                                      </p:cBhvr>
                                    </p:animRot>
                                    <p:animRot by="240000">
                                      <p:cBhvr>
                                        <p:cTn id="68" dur="200" fill="hold">
                                          <p:stCondLst>
                                            <p:cond delay="400"/>
                                          </p:stCondLst>
                                        </p:cTn>
                                        <p:tgtEl>
                                          <p:spTgt spid="14"/>
                                        </p:tgtEl>
                                        <p:attrNameLst>
                                          <p:attrName>r</p:attrName>
                                        </p:attrNameLst>
                                      </p:cBhvr>
                                    </p:animRot>
                                    <p:animRot by="-240000">
                                      <p:cBhvr>
                                        <p:cTn id="69" dur="200" fill="hold">
                                          <p:stCondLst>
                                            <p:cond delay="600"/>
                                          </p:stCondLst>
                                        </p:cTn>
                                        <p:tgtEl>
                                          <p:spTgt spid="14"/>
                                        </p:tgtEl>
                                        <p:attrNameLst>
                                          <p:attrName>r</p:attrName>
                                        </p:attrNameLst>
                                      </p:cBhvr>
                                    </p:animRot>
                                    <p:animRot by="120000">
                                      <p:cBhvr>
                                        <p:cTn id="70" dur="200" fill="hold">
                                          <p:stCondLst>
                                            <p:cond delay="800"/>
                                          </p:stCondLst>
                                        </p:cTn>
                                        <p:tgtEl>
                                          <p:spTgt spid="14"/>
                                        </p:tgtEl>
                                        <p:attrNameLst>
                                          <p:attrName>r</p:attrName>
                                        </p:attrNameLst>
                                      </p:cBhvr>
                                    </p:animRot>
                                  </p:childTnLst>
                                </p:cTn>
                              </p:par>
                              <p:par>
                                <p:cTn id="71" presetID="32" presetClass="emph" presetSubtype="0" fill="hold" grpId="0" nodeType="withEffect">
                                  <p:stCondLst>
                                    <p:cond delay="0"/>
                                  </p:stCondLst>
                                  <p:childTnLst>
                                    <p:animRot by="120000">
                                      <p:cBhvr>
                                        <p:cTn id="72" dur="100" fill="hold">
                                          <p:stCondLst>
                                            <p:cond delay="0"/>
                                          </p:stCondLst>
                                        </p:cTn>
                                        <p:tgtEl>
                                          <p:spTgt spid="15"/>
                                        </p:tgtEl>
                                        <p:attrNameLst>
                                          <p:attrName>r</p:attrName>
                                        </p:attrNameLst>
                                      </p:cBhvr>
                                    </p:animRot>
                                    <p:animRot by="-240000">
                                      <p:cBhvr>
                                        <p:cTn id="73" dur="200" fill="hold">
                                          <p:stCondLst>
                                            <p:cond delay="200"/>
                                          </p:stCondLst>
                                        </p:cTn>
                                        <p:tgtEl>
                                          <p:spTgt spid="15"/>
                                        </p:tgtEl>
                                        <p:attrNameLst>
                                          <p:attrName>r</p:attrName>
                                        </p:attrNameLst>
                                      </p:cBhvr>
                                    </p:animRot>
                                    <p:animRot by="240000">
                                      <p:cBhvr>
                                        <p:cTn id="74" dur="200" fill="hold">
                                          <p:stCondLst>
                                            <p:cond delay="400"/>
                                          </p:stCondLst>
                                        </p:cTn>
                                        <p:tgtEl>
                                          <p:spTgt spid="15"/>
                                        </p:tgtEl>
                                        <p:attrNameLst>
                                          <p:attrName>r</p:attrName>
                                        </p:attrNameLst>
                                      </p:cBhvr>
                                    </p:animRot>
                                    <p:animRot by="-240000">
                                      <p:cBhvr>
                                        <p:cTn id="75" dur="200" fill="hold">
                                          <p:stCondLst>
                                            <p:cond delay="600"/>
                                          </p:stCondLst>
                                        </p:cTn>
                                        <p:tgtEl>
                                          <p:spTgt spid="15"/>
                                        </p:tgtEl>
                                        <p:attrNameLst>
                                          <p:attrName>r</p:attrName>
                                        </p:attrNameLst>
                                      </p:cBhvr>
                                    </p:animRot>
                                    <p:animRot by="120000">
                                      <p:cBhvr>
                                        <p:cTn id="76" dur="200" fill="hold">
                                          <p:stCondLst>
                                            <p:cond delay="800"/>
                                          </p:stCondLst>
                                        </p:cTn>
                                        <p:tgtEl>
                                          <p:spTgt spid="15"/>
                                        </p:tgtEl>
                                        <p:attrNameLst>
                                          <p:attrName>r</p:attrName>
                                        </p:attrNameLst>
                                      </p:cBhvr>
                                    </p:animRot>
                                  </p:childTnLst>
                                </p:cTn>
                              </p:par>
                              <p:par>
                                <p:cTn id="77" presetID="32" presetClass="emph" presetSubtype="0" fill="hold" grpId="0" nodeType="withEffect">
                                  <p:stCondLst>
                                    <p:cond delay="0"/>
                                  </p:stCondLst>
                                  <p:childTnLst>
                                    <p:animRot by="120000">
                                      <p:cBhvr>
                                        <p:cTn id="78" dur="100" fill="hold">
                                          <p:stCondLst>
                                            <p:cond delay="0"/>
                                          </p:stCondLst>
                                        </p:cTn>
                                        <p:tgtEl>
                                          <p:spTgt spid="16"/>
                                        </p:tgtEl>
                                        <p:attrNameLst>
                                          <p:attrName>r</p:attrName>
                                        </p:attrNameLst>
                                      </p:cBhvr>
                                    </p:animRot>
                                    <p:animRot by="-240000">
                                      <p:cBhvr>
                                        <p:cTn id="79" dur="200" fill="hold">
                                          <p:stCondLst>
                                            <p:cond delay="200"/>
                                          </p:stCondLst>
                                        </p:cTn>
                                        <p:tgtEl>
                                          <p:spTgt spid="16"/>
                                        </p:tgtEl>
                                        <p:attrNameLst>
                                          <p:attrName>r</p:attrName>
                                        </p:attrNameLst>
                                      </p:cBhvr>
                                    </p:animRot>
                                    <p:animRot by="240000">
                                      <p:cBhvr>
                                        <p:cTn id="80" dur="200" fill="hold">
                                          <p:stCondLst>
                                            <p:cond delay="400"/>
                                          </p:stCondLst>
                                        </p:cTn>
                                        <p:tgtEl>
                                          <p:spTgt spid="16"/>
                                        </p:tgtEl>
                                        <p:attrNameLst>
                                          <p:attrName>r</p:attrName>
                                        </p:attrNameLst>
                                      </p:cBhvr>
                                    </p:animRot>
                                    <p:animRot by="-240000">
                                      <p:cBhvr>
                                        <p:cTn id="81" dur="200" fill="hold">
                                          <p:stCondLst>
                                            <p:cond delay="600"/>
                                          </p:stCondLst>
                                        </p:cTn>
                                        <p:tgtEl>
                                          <p:spTgt spid="16"/>
                                        </p:tgtEl>
                                        <p:attrNameLst>
                                          <p:attrName>r</p:attrName>
                                        </p:attrNameLst>
                                      </p:cBhvr>
                                    </p:animRot>
                                    <p:animRot by="120000">
                                      <p:cBhvr>
                                        <p:cTn id="82" dur="200" fill="hold">
                                          <p:stCondLst>
                                            <p:cond delay="800"/>
                                          </p:stCondLst>
                                        </p:cTn>
                                        <p:tgtEl>
                                          <p:spTgt spid="16"/>
                                        </p:tgtEl>
                                        <p:attrNameLst>
                                          <p:attrName>r</p:attrName>
                                        </p:attrNameLst>
                                      </p:cBhvr>
                                    </p:animRot>
                                  </p:childTnLst>
                                </p:cTn>
                              </p:par>
                              <p:par>
                                <p:cTn id="83" presetID="32" presetClass="emph" presetSubtype="0" fill="hold" grpId="0" nodeType="withEffect">
                                  <p:stCondLst>
                                    <p:cond delay="0"/>
                                  </p:stCondLst>
                                  <p:childTnLst>
                                    <p:animRot by="120000">
                                      <p:cBhvr>
                                        <p:cTn id="84" dur="100" fill="hold">
                                          <p:stCondLst>
                                            <p:cond delay="0"/>
                                          </p:stCondLst>
                                        </p:cTn>
                                        <p:tgtEl>
                                          <p:spTgt spid="17"/>
                                        </p:tgtEl>
                                        <p:attrNameLst>
                                          <p:attrName>r</p:attrName>
                                        </p:attrNameLst>
                                      </p:cBhvr>
                                    </p:animRot>
                                    <p:animRot by="-240000">
                                      <p:cBhvr>
                                        <p:cTn id="85" dur="200" fill="hold">
                                          <p:stCondLst>
                                            <p:cond delay="200"/>
                                          </p:stCondLst>
                                        </p:cTn>
                                        <p:tgtEl>
                                          <p:spTgt spid="17"/>
                                        </p:tgtEl>
                                        <p:attrNameLst>
                                          <p:attrName>r</p:attrName>
                                        </p:attrNameLst>
                                      </p:cBhvr>
                                    </p:animRot>
                                    <p:animRot by="240000">
                                      <p:cBhvr>
                                        <p:cTn id="86" dur="200" fill="hold">
                                          <p:stCondLst>
                                            <p:cond delay="400"/>
                                          </p:stCondLst>
                                        </p:cTn>
                                        <p:tgtEl>
                                          <p:spTgt spid="17"/>
                                        </p:tgtEl>
                                        <p:attrNameLst>
                                          <p:attrName>r</p:attrName>
                                        </p:attrNameLst>
                                      </p:cBhvr>
                                    </p:animRot>
                                    <p:animRot by="-240000">
                                      <p:cBhvr>
                                        <p:cTn id="87" dur="200" fill="hold">
                                          <p:stCondLst>
                                            <p:cond delay="600"/>
                                          </p:stCondLst>
                                        </p:cTn>
                                        <p:tgtEl>
                                          <p:spTgt spid="17"/>
                                        </p:tgtEl>
                                        <p:attrNameLst>
                                          <p:attrName>r</p:attrName>
                                        </p:attrNameLst>
                                      </p:cBhvr>
                                    </p:animRot>
                                    <p:animRot by="120000">
                                      <p:cBhvr>
                                        <p:cTn id="88" dur="200" fill="hold">
                                          <p:stCondLst>
                                            <p:cond delay="800"/>
                                          </p:stCondLst>
                                        </p:cTn>
                                        <p:tgtEl>
                                          <p:spTgt spid="17"/>
                                        </p:tgtEl>
                                        <p:attrNameLst>
                                          <p:attrName>r</p:attrName>
                                        </p:attrNameLst>
                                      </p:cBhvr>
                                    </p:animRot>
                                  </p:childTnLst>
                                </p:cTn>
                              </p:par>
                              <p:par>
                                <p:cTn id="89" presetID="32" presetClass="emph" presetSubtype="0" fill="hold" grpId="0" nodeType="withEffect">
                                  <p:stCondLst>
                                    <p:cond delay="0"/>
                                  </p:stCondLst>
                                  <p:childTnLst>
                                    <p:animRot by="120000">
                                      <p:cBhvr>
                                        <p:cTn id="90" dur="100" fill="hold">
                                          <p:stCondLst>
                                            <p:cond delay="0"/>
                                          </p:stCondLst>
                                        </p:cTn>
                                        <p:tgtEl>
                                          <p:spTgt spid="18"/>
                                        </p:tgtEl>
                                        <p:attrNameLst>
                                          <p:attrName>r</p:attrName>
                                        </p:attrNameLst>
                                      </p:cBhvr>
                                    </p:animRot>
                                    <p:animRot by="-240000">
                                      <p:cBhvr>
                                        <p:cTn id="91" dur="200" fill="hold">
                                          <p:stCondLst>
                                            <p:cond delay="200"/>
                                          </p:stCondLst>
                                        </p:cTn>
                                        <p:tgtEl>
                                          <p:spTgt spid="18"/>
                                        </p:tgtEl>
                                        <p:attrNameLst>
                                          <p:attrName>r</p:attrName>
                                        </p:attrNameLst>
                                      </p:cBhvr>
                                    </p:animRot>
                                    <p:animRot by="240000">
                                      <p:cBhvr>
                                        <p:cTn id="92" dur="200" fill="hold">
                                          <p:stCondLst>
                                            <p:cond delay="400"/>
                                          </p:stCondLst>
                                        </p:cTn>
                                        <p:tgtEl>
                                          <p:spTgt spid="18"/>
                                        </p:tgtEl>
                                        <p:attrNameLst>
                                          <p:attrName>r</p:attrName>
                                        </p:attrNameLst>
                                      </p:cBhvr>
                                    </p:animRot>
                                    <p:animRot by="-240000">
                                      <p:cBhvr>
                                        <p:cTn id="93" dur="200" fill="hold">
                                          <p:stCondLst>
                                            <p:cond delay="600"/>
                                          </p:stCondLst>
                                        </p:cTn>
                                        <p:tgtEl>
                                          <p:spTgt spid="18"/>
                                        </p:tgtEl>
                                        <p:attrNameLst>
                                          <p:attrName>r</p:attrName>
                                        </p:attrNameLst>
                                      </p:cBhvr>
                                    </p:animRot>
                                    <p:animRot by="120000">
                                      <p:cBhvr>
                                        <p:cTn id="94" dur="200" fill="hold">
                                          <p:stCondLst>
                                            <p:cond delay="800"/>
                                          </p:stCondLst>
                                        </p:cTn>
                                        <p:tgtEl>
                                          <p:spTgt spid="18"/>
                                        </p:tgtEl>
                                        <p:attrNameLst>
                                          <p:attrName>r</p:attrName>
                                        </p:attrNameLst>
                                      </p:cBhvr>
                                    </p:animRot>
                                  </p:childTnLst>
                                </p:cTn>
                              </p:par>
                              <p:par>
                                <p:cTn id="95" presetID="32" presetClass="emph" presetSubtype="0" fill="hold" grpId="0" nodeType="withEffect">
                                  <p:stCondLst>
                                    <p:cond delay="0"/>
                                  </p:stCondLst>
                                  <p:childTnLst>
                                    <p:animRot by="120000">
                                      <p:cBhvr>
                                        <p:cTn id="96" dur="100" fill="hold">
                                          <p:stCondLst>
                                            <p:cond delay="0"/>
                                          </p:stCondLst>
                                        </p:cTn>
                                        <p:tgtEl>
                                          <p:spTgt spid="19"/>
                                        </p:tgtEl>
                                        <p:attrNameLst>
                                          <p:attrName>r</p:attrName>
                                        </p:attrNameLst>
                                      </p:cBhvr>
                                    </p:animRot>
                                    <p:animRot by="-240000">
                                      <p:cBhvr>
                                        <p:cTn id="97" dur="200" fill="hold">
                                          <p:stCondLst>
                                            <p:cond delay="200"/>
                                          </p:stCondLst>
                                        </p:cTn>
                                        <p:tgtEl>
                                          <p:spTgt spid="19"/>
                                        </p:tgtEl>
                                        <p:attrNameLst>
                                          <p:attrName>r</p:attrName>
                                        </p:attrNameLst>
                                      </p:cBhvr>
                                    </p:animRot>
                                    <p:animRot by="240000">
                                      <p:cBhvr>
                                        <p:cTn id="98" dur="200" fill="hold">
                                          <p:stCondLst>
                                            <p:cond delay="400"/>
                                          </p:stCondLst>
                                        </p:cTn>
                                        <p:tgtEl>
                                          <p:spTgt spid="19"/>
                                        </p:tgtEl>
                                        <p:attrNameLst>
                                          <p:attrName>r</p:attrName>
                                        </p:attrNameLst>
                                      </p:cBhvr>
                                    </p:animRot>
                                    <p:animRot by="-240000">
                                      <p:cBhvr>
                                        <p:cTn id="99" dur="200" fill="hold">
                                          <p:stCondLst>
                                            <p:cond delay="600"/>
                                          </p:stCondLst>
                                        </p:cTn>
                                        <p:tgtEl>
                                          <p:spTgt spid="19"/>
                                        </p:tgtEl>
                                        <p:attrNameLst>
                                          <p:attrName>r</p:attrName>
                                        </p:attrNameLst>
                                      </p:cBhvr>
                                    </p:animRot>
                                    <p:animRot by="120000">
                                      <p:cBhvr>
                                        <p:cTn id="100" dur="200" fill="hold">
                                          <p:stCondLst>
                                            <p:cond delay="800"/>
                                          </p:stCondLst>
                                        </p:cTn>
                                        <p:tgtEl>
                                          <p:spTgt spid="19"/>
                                        </p:tgtEl>
                                        <p:attrNameLst>
                                          <p:attrName>r</p:attrName>
                                        </p:attrNameLst>
                                      </p:cBhvr>
                                    </p:animRot>
                                  </p:childTnLst>
                                </p:cTn>
                              </p:par>
                              <p:par>
                                <p:cTn id="101" presetID="32" presetClass="emph" presetSubtype="0" fill="hold" grpId="0" nodeType="withEffect">
                                  <p:stCondLst>
                                    <p:cond delay="0"/>
                                  </p:stCondLst>
                                  <p:childTnLst>
                                    <p:animRot by="120000">
                                      <p:cBhvr>
                                        <p:cTn id="102" dur="100" fill="hold">
                                          <p:stCondLst>
                                            <p:cond delay="0"/>
                                          </p:stCondLst>
                                        </p:cTn>
                                        <p:tgtEl>
                                          <p:spTgt spid="20"/>
                                        </p:tgtEl>
                                        <p:attrNameLst>
                                          <p:attrName>r</p:attrName>
                                        </p:attrNameLst>
                                      </p:cBhvr>
                                    </p:animRot>
                                    <p:animRot by="-240000">
                                      <p:cBhvr>
                                        <p:cTn id="103" dur="200" fill="hold">
                                          <p:stCondLst>
                                            <p:cond delay="200"/>
                                          </p:stCondLst>
                                        </p:cTn>
                                        <p:tgtEl>
                                          <p:spTgt spid="20"/>
                                        </p:tgtEl>
                                        <p:attrNameLst>
                                          <p:attrName>r</p:attrName>
                                        </p:attrNameLst>
                                      </p:cBhvr>
                                    </p:animRot>
                                    <p:animRot by="240000">
                                      <p:cBhvr>
                                        <p:cTn id="104" dur="200" fill="hold">
                                          <p:stCondLst>
                                            <p:cond delay="400"/>
                                          </p:stCondLst>
                                        </p:cTn>
                                        <p:tgtEl>
                                          <p:spTgt spid="20"/>
                                        </p:tgtEl>
                                        <p:attrNameLst>
                                          <p:attrName>r</p:attrName>
                                        </p:attrNameLst>
                                      </p:cBhvr>
                                    </p:animRot>
                                    <p:animRot by="-240000">
                                      <p:cBhvr>
                                        <p:cTn id="105" dur="200" fill="hold">
                                          <p:stCondLst>
                                            <p:cond delay="600"/>
                                          </p:stCondLst>
                                        </p:cTn>
                                        <p:tgtEl>
                                          <p:spTgt spid="20"/>
                                        </p:tgtEl>
                                        <p:attrNameLst>
                                          <p:attrName>r</p:attrName>
                                        </p:attrNameLst>
                                      </p:cBhvr>
                                    </p:animRot>
                                    <p:animRot by="120000">
                                      <p:cBhvr>
                                        <p:cTn id="106" dur="200" fill="hold">
                                          <p:stCondLst>
                                            <p:cond delay="800"/>
                                          </p:stCondLst>
                                        </p:cTn>
                                        <p:tgtEl>
                                          <p:spTgt spid="20"/>
                                        </p:tgtEl>
                                        <p:attrNameLst>
                                          <p:attrName>r</p:attrName>
                                        </p:attrNameLst>
                                      </p:cBhvr>
                                    </p:animRot>
                                  </p:childTnLst>
                                </p:cTn>
                              </p:par>
                              <p:par>
                                <p:cTn id="107" presetID="32" presetClass="emph" presetSubtype="0" fill="hold" grpId="0" nodeType="withEffect">
                                  <p:stCondLst>
                                    <p:cond delay="0"/>
                                  </p:stCondLst>
                                  <p:childTnLst>
                                    <p:animRot by="120000">
                                      <p:cBhvr>
                                        <p:cTn id="108" dur="100" fill="hold">
                                          <p:stCondLst>
                                            <p:cond delay="0"/>
                                          </p:stCondLst>
                                        </p:cTn>
                                        <p:tgtEl>
                                          <p:spTgt spid="21"/>
                                        </p:tgtEl>
                                        <p:attrNameLst>
                                          <p:attrName>r</p:attrName>
                                        </p:attrNameLst>
                                      </p:cBhvr>
                                    </p:animRot>
                                    <p:animRot by="-240000">
                                      <p:cBhvr>
                                        <p:cTn id="109" dur="200" fill="hold">
                                          <p:stCondLst>
                                            <p:cond delay="200"/>
                                          </p:stCondLst>
                                        </p:cTn>
                                        <p:tgtEl>
                                          <p:spTgt spid="21"/>
                                        </p:tgtEl>
                                        <p:attrNameLst>
                                          <p:attrName>r</p:attrName>
                                        </p:attrNameLst>
                                      </p:cBhvr>
                                    </p:animRot>
                                    <p:animRot by="240000">
                                      <p:cBhvr>
                                        <p:cTn id="110" dur="200" fill="hold">
                                          <p:stCondLst>
                                            <p:cond delay="400"/>
                                          </p:stCondLst>
                                        </p:cTn>
                                        <p:tgtEl>
                                          <p:spTgt spid="21"/>
                                        </p:tgtEl>
                                        <p:attrNameLst>
                                          <p:attrName>r</p:attrName>
                                        </p:attrNameLst>
                                      </p:cBhvr>
                                    </p:animRot>
                                    <p:animRot by="-240000">
                                      <p:cBhvr>
                                        <p:cTn id="111" dur="200" fill="hold">
                                          <p:stCondLst>
                                            <p:cond delay="600"/>
                                          </p:stCondLst>
                                        </p:cTn>
                                        <p:tgtEl>
                                          <p:spTgt spid="21"/>
                                        </p:tgtEl>
                                        <p:attrNameLst>
                                          <p:attrName>r</p:attrName>
                                        </p:attrNameLst>
                                      </p:cBhvr>
                                    </p:animRot>
                                    <p:animRot by="120000">
                                      <p:cBhvr>
                                        <p:cTn id="112" dur="200" fill="hold">
                                          <p:stCondLst>
                                            <p:cond delay="800"/>
                                          </p:stCondLst>
                                        </p:cTn>
                                        <p:tgtEl>
                                          <p:spTgt spid="21"/>
                                        </p:tgtEl>
                                        <p:attrNameLst>
                                          <p:attrName>r</p:attrName>
                                        </p:attrNameLst>
                                      </p:cBhvr>
                                    </p:animRot>
                                  </p:childTnLst>
                                </p:cTn>
                              </p:par>
                              <p:par>
                                <p:cTn id="113" presetID="32" presetClass="emph" presetSubtype="0" fill="hold" grpId="0" nodeType="withEffect">
                                  <p:stCondLst>
                                    <p:cond delay="0"/>
                                  </p:stCondLst>
                                  <p:childTnLst>
                                    <p:animRot by="120000">
                                      <p:cBhvr>
                                        <p:cTn id="114" dur="100" fill="hold">
                                          <p:stCondLst>
                                            <p:cond delay="0"/>
                                          </p:stCondLst>
                                        </p:cTn>
                                        <p:tgtEl>
                                          <p:spTgt spid="22"/>
                                        </p:tgtEl>
                                        <p:attrNameLst>
                                          <p:attrName>r</p:attrName>
                                        </p:attrNameLst>
                                      </p:cBhvr>
                                    </p:animRot>
                                    <p:animRot by="-240000">
                                      <p:cBhvr>
                                        <p:cTn id="115" dur="200" fill="hold">
                                          <p:stCondLst>
                                            <p:cond delay="200"/>
                                          </p:stCondLst>
                                        </p:cTn>
                                        <p:tgtEl>
                                          <p:spTgt spid="22"/>
                                        </p:tgtEl>
                                        <p:attrNameLst>
                                          <p:attrName>r</p:attrName>
                                        </p:attrNameLst>
                                      </p:cBhvr>
                                    </p:animRot>
                                    <p:animRot by="240000">
                                      <p:cBhvr>
                                        <p:cTn id="116" dur="200" fill="hold">
                                          <p:stCondLst>
                                            <p:cond delay="400"/>
                                          </p:stCondLst>
                                        </p:cTn>
                                        <p:tgtEl>
                                          <p:spTgt spid="22"/>
                                        </p:tgtEl>
                                        <p:attrNameLst>
                                          <p:attrName>r</p:attrName>
                                        </p:attrNameLst>
                                      </p:cBhvr>
                                    </p:animRot>
                                    <p:animRot by="-240000">
                                      <p:cBhvr>
                                        <p:cTn id="117" dur="200" fill="hold">
                                          <p:stCondLst>
                                            <p:cond delay="600"/>
                                          </p:stCondLst>
                                        </p:cTn>
                                        <p:tgtEl>
                                          <p:spTgt spid="22"/>
                                        </p:tgtEl>
                                        <p:attrNameLst>
                                          <p:attrName>r</p:attrName>
                                        </p:attrNameLst>
                                      </p:cBhvr>
                                    </p:animRot>
                                    <p:animRot by="120000">
                                      <p:cBhvr>
                                        <p:cTn id="118" dur="200" fill="hold">
                                          <p:stCondLst>
                                            <p:cond delay="800"/>
                                          </p:stCondLst>
                                        </p:cTn>
                                        <p:tgtEl>
                                          <p:spTgt spid="22"/>
                                        </p:tgtEl>
                                        <p:attrNameLst>
                                          <p:attrName>r</p:attrName>
                                        </p:attrNameLst>
                                      </p:cBhvr>
                                    </p:animRot>
                                  </p:childTnLst>
                                </p:cTn>
                              </p:par>
                              <p:par>
                                <p:cTn id="119" presetID="32" presetClass="emph" presetSubtype="0" fill="hold" grpId="0" nodeType="withEffect">
                                  <p:stCondLst>
                                    <p:cond delay="0"/>
                                  </p:stCondLst>
                                  <p:childTnLst>
                                    <p:animRot by="120000">
                                      <p:cBhvr>
                                        <p:cTn id="120" dur="100" fill="hold">
                                          <p:stCondLst>
                                            <p:cond delay="0"/>
                                          </p:stCondLst>
                                        </p:cTn>
                                        <p:tgtEl>
                                          <p:spTgt spid="23"/>
                                        </p:tgtEl>
                                        <p:attrNameLst>
                                          <p:attrName>r</p:attrName>
                                        </p:attrNameLst>
                                      </p:cBhvr>
                                    </p:animRot>
                                    <p:animRot by="-240000">
                                      <p:cBhvr>
                                        <p:cTn id="121" dur="200" fill="hold">
                                          <p:stCondLst>
                                            <p:cond delay="200"/>
                                          </p:stCondLst>
                                        </p:cTn>
                                        <p:tgtEl>
                                          <p:spTgt spid="23"/>
                                        </p:tgtEl>
                                        <p:attrNameLst>
                                          <p:attrName>r</p:attrName>
                                        </p:attrNameLst>
                                      </p:cBhvr>
                                    </p:animRot>
                                    <p:animRot by="240000">
                                      <p:cBhvr>
                                        <p:cTn id="122" dur="200" fill="hold">
                                          <p:stCondLst>
                                            <p:cond delay="400"/>
                                          </p:stCondLst>
                                        </p:cTn>
                                        <p:tgtEl>
                                          <p:spTgt spid="23"/>
                                        </p:tgtEl>
                                        <p:attrNameLst>
                                          <p:attrName>r</p:attrName>
                                        </p:attrNameLst>
                                      </p:cBhvr>
                                    </p:animRot>
                                    <p:animRot by="-240000">
                                      <p:cBhvr>
                                        <p:cTn id="123" dur="200" fill="hold">
                                          <p:stCondLst>
                                            <p:cond delay="600"/>
                                          </p:stCondLst>
                                        </p:cTn>
                                        <p:tgtEl>
                                          <p:spTgt spid="23"/>
                                        </p:tgtEl>
                                        <p:attrNameLst>
                                          <p:attrName>r</p:attrName>
                                        </p:attrNameLst>
                                      </p:cBhvr>
                                    </p:animRot>
                                    <p:animRot by="120000">
                                      <p:cBhvr>
                                        <p:cTn id="124" dur="200" fill="hold">
                                          <p:stCondLst>
                                            <p:cond delay="800"/>
                                          </p:stCondLst>
                                        </p:cTn>
                                        <p:tgtEl>
                                          <p:spTgt spid="23"/>
                                        </p:tgtEl>
                                        <p:attrNameLst>
                                          <p:attrName>r</p:attrName>
                                        </p:attrNameLst>
                                      </p:cBhvr>
                                    </p:animRot>
                                  </p:childTnLst>
                                </p:cTn>
                              </p:par>
                              <p:par>
                                <p:cTn id="125" presetID="32" presetClass="emph" presetSubtype="0" fill="hold" grpId="0" nodeType="withEffect">
                                  <p:stCondLst>
                                    <p:cond delay="0"/>
                                  </p:stCondLst>
                                  <p:childTnLst>
                                    <p:animRot by="120000">
                                      <p:cBhvr>
                                        <p:cTn id="126" dur="100" fill="hold">
                                          <p:stCondLst>
                                            <p:cond delay="0"/>
                                          </p:stCondLst>
                                        </p:cTn>
                                        <p:tgtEl>
                                          <p:spTgt spid="24"/>
                                        </p:tgtEl>
                                        <p:attrNameLst>
                                          <p:attrName>r</p:attrName>
                                        </p:attrNameLst>
                                      </p:cBhvr>
                                    </p:animRot>
                                    <p:animRot by="-240000">
                                      <p:cBhvr>
                                        <p:cTn id="127" dur="200" fill="hold">
                                          <p:stCondLst>
                                            <p:cond delay="200"/>
                                          </p:stCondLst>
                                        </p:cTn>
                                        <p:tgtEl>
                                          <p:spTgt spid="24"/>
                                        </p:tgtEl>
                                        <p:attrNameLst>
                                          <p:attrName>r</p:attrName>
                                        </p:attrNameLst>
                                      </p:cBhvr>
                                    </p:animRot>
                                    <p:animRot by="240000">
                                      <p:cBhvr>
                                        <p:cTn id="128" dur="200" fill="hold">
                                          <p:stCondLst>
                                            <p:cond delay="400"/>
                                          </p:stCondLst>
                                        </p:cTn>
                                        <p:tgtEl>
                                          <p:spTgt spid="24"/>
                                        </p:tgtEl>
                                        <p:attrNameLst>
                                          <p:attrName>r</p:attrName>
                                        </p:attrNameLst>
                                      </p:cBhvr>
                                    </p:animRot>
                                    <p:animRot by="-240000">
                                      <p:cBhvr>
                                        <p:cTn id="129" dur="200" fill="hold">
                                          <p:stCondLst>
                                            <p:cond delay="600"/>
                                          </p:stCondLst>
                                        </p:cTn>
                                        <p:tgtEl>
                                          <p:spTgt spid="24"/>
                                        </p:tgtEl>
                                        <p:attrNameLst>
                                          <p:attrName>r</p:attrName>
                                        </p:attrNameLst>
                                      </p:cBhvr>
                                    </p:animRot>
                                    <p:animRot by="120000">
                                      <p:cBhvr>
                                        <p:cTn id="130" dur="200" fill="hold">
                                          <p:stCondLst>
                                            <p:cond delay="800"/>
                                          </p:stCondLst>
                                        </p:cTn>
                                        <p:tgtEl>
                                          <p:spTgt spid="24"/>
                                        </p:tgtEl>
                                        <p:attrNameLst>
                                          <p:attrName>r</p:attrName>
                                        </p:attrNameLst>
                                      </p:cBhvr>
                                    </p:animRot>
                                  </p:childTnLst>
                                </p:cTn>
                              </p:par>
                              <p:par>
                                <p:cTn id="131" presetID="32" presetClass="emph" presetSubtype="0" fill="hold" grpId="0" nodeType="withEffect">
                                  <p:stCondLst>
                                    <p:cond delay="0"/>
                                  </p:stCondLst>
                                  <p:childTnLst>
                                    <p:animRot by="120000">
                                      <p:cBhvr>
                                        <p:cTn id="132" dur="100" fill="hold">
                                          <p:stCondLst>
                                            <p:cond delay="0"/>
                                          </p:stCondLst>
                                        </p:cTn>
                                        <p:tgtEl>
                                          <p:spTgt spid="25"/>
                                        </p:tgtEl>
                                        <p:attrNameLst>
                                          <p:attrName>r</p:attrName>
                                        </p:attrNameLst>
                                      </p:cBhvr>
                                    </p:animRot>
                                    <p:animRot by="-240000">
                                      <p:cBhvr>
                                        <p:cTn id="133" dur="200" fill="hold">
                                          <p:stCondLst>
                                            <p:cond delay="200"/>
                                          </p:stCondLst>
                                        </p:cTn>
                                        <p:tgtEl>
                                          <p:spTgt spid="25"/>
                                        </p:tgtEl>
                                        <p:attrNameLst>
                                          <p:attrName>r</p:attrName>
                                        </p:attrNameLst>
                                      </p:cBhvr>
                                    </p:animRot>
                                    <p:animRot by="240000">
                                      <p:cBhvr>
                                        <p:cTn id="134" dur="200" fill="hold">
                                          <p:stCondLst>
                                            <p:cond delay="400"/>
                                          </p:stCondLst>
                                        </p:cTn>
                                        <p:tgtEl>
                                          <p:spTgt spid="25"/>
                                        </p:tgtEl>
                                        <p:attrNameLst>
                                          <p:attrName>r</p:attrName>
                                        </p:attrNameLst>
                                      </p:cBhvr>
                                    </p:animRot>
                                    <p:animRot by="-240000">
                                      <p:cBhvr>
                                        <p:cTn id="135" dur="200" fill="hold">
                                          <p:stCondLst>
                                            <p:cond delay="600"/>
                                          </p:stCondLst>
                                        </p:cTn>
                                        <p:tgtEl>
                                          <p:spTgt spid="25"/>
                                        </p:tgtEl>
                                        <p:attrNameLst>
                                          <p:attrName>r</p:attrName>
                                        </p:attrNameLst>
                                      </p:cBhvr>
                                    </p:animRot>
                                    <p:animRot by="120000">
                                      <p:cBhvr>
                                        <p:cTn id="136" dur="200" fill="hold">
                                          <p:stCondLst>
                                            <p:cond delay="800"/>
                                          </p:stCondLst>
                                        </p:cTn>
                                        <p:tgtEl>
                                          <p:spTgt spid="25"/>
                                        </p:tgtEl>
                                        <p:attrNameLst>
                                          <p:attrName>r</p:attrName>
                                        </p:attrNameLst>
                                      </p:cBhvr>
                                    </p:animRot>
                                  </p:childTnLst>
                                </p:cTn>
                              </p:par>
                              <p:par>
                                <p:cTn id="137" presetID="32" presetClass="emph" presetSubtype="0" fill="hold" grpId="0" nodeType="withEffect">
                                  <p:stCondLst>
                                    <p:cond delay="0"/>
                                  </p:stCondLst>
                                  <p:childTnLst>
                                    <p:animRot by="120000">
                                      <p:cBhvr>
                                        <p:cTn id="138" dur="100" fill="hold">
                                          <p:stCondLst>
                                            <p:cond delay="0"/>
                                          </p:stCondLst>
                                        </p:cTn>
                                        <p:tgtEl>
                                          <p:spTgt spid="26"/>
                                        </p:tgtEl>
                                        <p:attrNameLst>
                                          <p:attrName>r</p:attrName>
                                        </p:attrNameLst>
                                      </p:cBhvr>
                                    </p:animRot>
                                    <p:animRot by="-240000">
                                      <p:cBhvr>
                                        <p:cTn id="139" dur="200" fill="hold">
                                          <p:stCondLst>
                                            <p:cond delay="200"/>
                                          </p:stCondLst>
                                        </p:cTn>
                                        <p:tgtEl>
                                          <p:spTgt spid="26"/>
                                        </p:tgtEl>
                                        <p:attrNameLst>
                                          <p:attrName>r</p:attrName>
                                        </p:attrNameLst>
                                      </p:cBhvr>
                                    </p:animRot>
                                    <p:animRot by="240000">
                                      <p:cBhvr>
                                        <p:cTn id="140" dur="200" fill="hold">
                                          <p:stCondLst>
                                            <p:cond delay="400"/>
                                          </p:stCondLst>
                                        </p:cTn>
                                        <p:tgtEl>
                                          <p:spTgt spid="26"/>
                                        </p:tgtEl>
                                        <p:attrNameLst>
                                          <p:attrName>r</p:attrName>
                                        </p:attrNameLst>
                                      </p:cBhvr>
                                    </p:animRot>
                                    <p:animRot by="-240000">
                                      <p:cBhvr>
                                        <p:cTn id="141" dur="200" fill="hold">
                                          <p:stCondLst>
                                            <p:cond delay="600"/>
                                          </p:stCondLst>
                                        </p:cTn>
                                        <p:tgtEl>
                                          <p:spTgt spid="26"/>
                                        </p:tgtEl>
                                        <p:attrNameLst>
                                          <p:attrName>r</p:attrName>
                                        </p:attrNameLst>
                                      </p:cBhvr>
                                    </p:animRot>
                                    <p:animRot by="120000">
                                      <p:cBhvr>
                                        <p:cTn id="142" dur="200" fill="hold">
                                          <p:stCondLst>
                                            <p:cond delay="800"/>
                                          </p:stCondLst>
                                        </p:cTn>
                                        <p:tgtEl>
                                          <p:spTgt spid="26"/>
                                        </p:tgtEl>
                                        <p:attrNameLst>
                                          <p:attrName>r</p:attrName>
                                        </p:attrNameLst>
                                      </p:cBhvr>
                                    </p:animRot>
                                  </p:childTnLst>
                                </p:cTn>
                              </p:par>
                            </p:childTnLst>
                          </p:cTn>
                        </p:par>
                      </p:childTnLst>
                    </p:cTn>
                  </p:par>
                  <p:par>
                    <p:cTn id="143" fill="hold">
                      <p:stCondLst>
                        <p:cond delay="indefinite"/>
                      </p:stCondLst>
                      <p:childTnLst>
                        <p:par>
                          <p:cTn id="144" fill="hold">
                            <p:stCondLst>
                              <p:cond delay="0"/>
                            </p:stCondLst>
                            <p:childTnLst>
                              <p:par>
                                <p:cTn id="145" presetID="27" presetClass="emph" presetSubtype="0" fill="remove" grpId="0" nodeType="clickEffect">
                                  <p:stCondLst>
                                    <p:cond delay="0"/>
                                  </p:stCondLst>
                                  <p:childTnLst>
                                    <p:animClr clrSpc="rgb" dir="cw">
                                      <p:cBhvr override="childStyle">
                                        <p:cTn id="146" dur="250" autoRev="1" fill="remove"/>
                                        <p:tgtEl>
                                          <p:spTgt spid="27"/>
                                        </p:tgtEl>
                                        <p:attrNameLst>
                                          <p:attrName>style.color</p:attrName>
                                        </p:attrNameLst>
                                      </p:cBhvr>
                                      <p:to>
                                        <a:schemeClr val="bg1"/>
                                      </p:to>
                                    </p:animClr>
                                    <p:animClr clrSpc="rgb" dir="cw">
                                      <p:cBhvr>
                                        <p:cTn id="147" dur="250" autoRev="1" fill="remove"/>
                                        <p:tgtEl>
                                          <p:spTgt spid="27"/>
                                        </p:tgtEl>
                                        <p:attrNameLst>
                                          <p:attrName>fillcolor</p:attrName>
                                        </p:attrNameLst>
                                      </p:cBhvr>
                                      <p:to>
                                        <a:schemeClr val="bg1"/>
                                      </p:to>
                                    </p:animClr>
                                    <p:set>
                                      <p:cBhvr>
                                        <p:cTn id="148" dur="250" autoRev="1" fill="remove"/>
                                        <p:tgtEl>
                                          <p:spTgt spid="27"/>
                                        </p:tgtEl>
                                        <p:attrNameLst>
                                          <p:attrName>fill.type</p:attrName>
                                        </p:attrNameLst>
                                      </p:cBhvr>
                                      <p:to>
                                        <p:strVal val="solid"/>
                                      </p:to>
                                    </p:set>
                                    <p:set>
                                      <p:cBhvr>
                                        <p:cTn id="149" dur="250" autoRev="1" fill="remove"/>
                                        <p:tgtEl>
                                          <p:spTgt spid="2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1408</Words>
  <Application>Microsoft Office PowerPoint</Application>
  <PresentationFormat>Affichage à l'écran (16:9)</PresentationFormat>
  <Paragraphs>237</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dc:title>
  <dc:subject>PptxGenJS Presentation</dc:subject>
  <dc:creator>Papa Djiby Ndiaye</dc:creator>
  <cp:lastModifiedBy>Papa djiby Ndiaye</cp:lastModifiedBy>
  <cp:revision>9</cp:revision>
  <dcterms:created xsi:type="dcterms:W3CDTF">2026-06-15T19:28:23Z</dcterms:created>
  <dcterms:modified xsi:type="dcterms:W3CDTF">2026-06-16T00:14:24Z</dcterms:modified>
</cp:coreProperties>
</file>